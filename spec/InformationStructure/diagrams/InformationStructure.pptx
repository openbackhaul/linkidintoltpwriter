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9"/>
  </p:notesMasterIdLst>
  <p:sldIdLst>
    <p:sldId id="305" r:id="rId2"/>
    <p:sldId id="302" r:id="rId3"/>
    <p:sldId id="303" r:id="rId4"/>
    <p:sldId id="304" r:id="rId5"/>
    <p:sldId id="306" r:id="rId6"/>
    <p:sldId id="307" r:id="rId7"/>
    <p:sldId id="308" r:id="rId8"/>
  </p:sldIdLst>
  <p:sldSz cx="23399750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71"/>
    <a:srgbClr val="FFC000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87" autoAdjust="0"/>
    <p:restoredTop sz="95950" autoAdjust="0"/>
  </p:normalViewPr>
  <p:slideViewPr>
    <p:cSldViewPr snapToGrid="0">
      <p:cViewPr>
        <p:scale>
          <a:sx n="100" d="100"/>
          <a:sy n="100" d="100"/>
        </p:scale>
        <p:origin x="72" y="65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CF725-7468-4D3D-9E24-A16745BBBA77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23988" y="1143000"/>
            <a:ext cx="4010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594DA-F4C5-4E81-884D-2CC9FB11C9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39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1" y="2945943"/>
            <a:ext cx="19889788" cy="6266897"/>
          </a:xfrm>
        </p:spPr>
        <p:txBody>
          <a:bodyPr anchor="b"/>
          <a:lstStyle>
            <a:lvl1pPr algn="ctr"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69" y="9454516"/>
            <a:ext cx="17549813" cy="4345992"/>
          </a:xfrm>
        </p:spPr>
        <p:txBody>
          <a:bodyPr/>
          <a:lstStyle>
            <a:lvl1pPr marL="0" indent="0" algn="ctr">
              <a:buNone/>
              <a:defRPr sz="6142"/>
            </a:lvl1pPr>
            <a:lvl2pPr marL="1169975" indent="0" algn="ctr">
              <a:buNone/>
              <a:defRPr sz="5118"/>
            </a:lvl2pPr>
            <a:lvl3pPr marL="2339950" indent="0" algn="ctr">
              <a:buNone/>
              <a:defRPr sz="4606"/>
            </a:lvl3pPr>
            <a:lvl4pPr marL="3509924" indent="0" algn="ctr">
              <a:buNone/>
              <a:defRPr sz="4094"/>
            </a:lvl4pPr>
            <a:lvl5pPr marL="4679899" indent="0" algn="ctr">
              <a:buNone/>
              <a:defRPr sz="4094"/>
            </a:lvl5pPr>
            <a:lvl6pPr marL="5849874" indent="0" algn="ctr">
              <a:buNone/>
              <a:defRPr sz="4094"/>
            </a:lvl6pPr>
            <a:lvl7pPr marL="7019849" indent="0" algn="ctr">
              <a:buNone/>
              <a:defRPr sz="4094"/>
            </a:lvl7pPr>
            <a:lvl8pPr marL="8189824" indent="0" algn="ctr">
              <a:buNone/>
              <a:defRPr sz="4094"/>
            </a:lvl8pPr>
            <a:lvl9pPr marL="9359798" indent="0" algn="ctr">
              <a:buNone/>
              <a:defRPr sz="409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33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2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47" y="4487671"/>
            <a:ext cx="20182284" cy="7487774"/>
          </a:xfrm>
        </p:spPr>
        <p:txBody>
          <a:bodyPr anchor="b"/>
          <a:lstStyle>
            <a:lvl1pPr>
              <a:defRPr sz="1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47" y="12046282"/>
            <a:ext cx="20182284" cy="3937644"/>
          </a:xfrm>
        </p:spPr>
        <p:txBody>
          <a:bodyPr/>
          <a:lstStyle>
            <a:lvl1pPr marL="0" indent="0">
              <a:buNone/>
              <a:defRPr sz="6142">
                <a:solidFill>
                  <a:schemeClr val="tx1">
                    <a:tint val="82000"/>
                  </a:schemeClr>
                </a:solidFill>
              </a:defRPr>
            </a:lvl1pPr>
            <a:lvl2pPr marL="1169975" indent="0">
              <a:buNone/>
              <a:defRPr sz="5118">
                <a:solidFill>
                  <a:schemeClr val="tx1">
                    <a:tint val="82000"/>
                  </a:schemeClr>
                </a:solidFill>
              </a:defRPr>
            </a:lvl2pPr>
            <a:lvl3pPr marL="2339950" indent="0">
              <a:buNone/>
              <a:defRPr sz="4606">
                <a:solidFill>
                  <a:schemeClr val="tx1">
                    <a:tint val="82000"/>
                  </a:schemeClr>
                </a:solidFill>
              </a:defRPr>
            </a:lvl3pPr>
            <a:lvl4pPr marL="35099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4pPr>
            <a:lvl5pPr marL="467989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5pPr>
            <a:lvl6pPr marL="584987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6pPr>
            <a:lvl7pPr marL="7019849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7pPr>
            <a:lvl8pPr marL="8189824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8pPr>
            <a:lvl9pPr marL="9359798" indent="0">
              <a:buNone/>
              <a:defRPr sz="40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42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23" y="4791843"/>
            <a:ext cx="9944894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09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958373"/>
            <a:ext cx="20182284" cy="3479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3" y="4412664"/>
            <a:ext cx="9899190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3" y="6575242"/>
            <a:ext cx="9899190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24" y="4412664"/>
            <a:ext cx="9947942" cy="2162578"/>
          </a:xfrm>
        </p:spPr>
        <p:txBody>
          <a:bodyPr anchor="b"/>
          <a:lstStyle>
            <a:lvl1pPr marL="0" indent="0">
              <a:buNone/>
              <a:defRPr sz="6142" b="1"/>
            </a:lvl1pPr>
            <a:lvl2pPr marL="1169975" indent="0">
              <a:buNone/>
              <a:defRPr sz="5118" b="1"/>
            </a:lvl2pPr>
            <a:lvl3pPr marL="2339950" indent="0">
              <a:buNone/>
              <a:defRPr sz="4606" b="1"/>
            </a:lvl3pPr>
            <a:lvl4pPr marL="3509924" indent="0">
              <a:buNone/>
              <a:defRPr sz="4094" b="1"/>
            </a:lvl4pPr>
            <a:lvl5pPr marL="4679899" indent="0">
              <a:buNone/>
              <a:defRPr sz="4094" b="1"/>
            </a:lvl5pPr>
            <a:lvl6pPr marL="5849874" indent="0">
              <a:buNone/>
              <a:defRPr sz="4094" b="1"/>
            </a:lvl6pPr>
            <a:lvl7pPr marL="7019849" indent="0">
              <a:buNone/>
              <a:defRPr sz="4094" b="1"/>
            </a:lvl7pPr>
            <a:lvl8pPr marL="8189824" indent="0">
              <a:buNone/>
              <a:defRPr sz="4094" b="1"/>
            </a:lvl8pPr>
            <a:lvl9pPr marL="9359798" indent="0">
              <a:buNone/>
              <a:defRPr sz="40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24" y="6575242"/>
            <a:ext cx="9947942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092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92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342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2" y="2591766"/>
            <a:ext cx="11846123" cy="12792138"/>
          </a:xfrm>
        </p:spPr>
        <p:txBody>
          <a:bodyPr/>
          <a:lstStyle>
            <a:lvl1pPr>
              <a:defRPr sz="8189"/>
            </a:lvl1pPr>
            <a:lvl2pPr>
              <a:defRPr sz="7165"/>
            </a:lvl2pPr>
            <a:lvl3pPr>
              <a:defRPr sz="6142"/>
            </a:lvl3pPr>
            <a:lvl4pPr>
              <a:defRPr sz="5118"/>
            </a:lvl4pPr>
            <a:lvl5pPr>
              <a:defRPr sz="5118"/>
            </a:lvl5pPr>
            <a:lvl6pPr>
              <a:defRPr sz="5118"/>
            </a:lvl6pPr>
            <a:lvl7pPr>
              <a:defRPr sz="5118"/>
            </a:lvl7pPr>
            <a:lvl8pPr>
              <a:defRPr sz="5118"/>
            </a:lvl8pPr>
            <a:lvl9pPr>
              <a:defRPr sz="5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41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1" y="1200044"/>
            <a:ext cx="7547028" cy="4200155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2" y="2591766"/>
            <a:ext cx="11846123" cy="12792138"/>
          </a:xfrm>
        </p:spPr>
        <p:txBody>
          <a:bodyPr anchor="t"/>
          <a:lstStyle>
            <a:lvl1pPr marL="0" indent="0">
              <a:buNone/>
              <a:defRPr sz="8189"/>
            </a:lvl1pPr>
            <a:lvl2pPr marL="1169975" indent="0">
              <a:buNone/>
              <a:defRPr sz="7165"/>
            </a:lvl2pPr>
            <a:lvl3pPr marL="2339950" indent="0">
              <a:buNone/>
              <a:defRPr sz="6142"/>
            </a:lvl3pPr>
            <a:lvl4pPr marL="3509924" indent="0">
              <a:buNone/>
              <a:defRPr sz="5118"/>
            </a:lvl4pPr>
            <a:lvl5pPr marL="4679899" indent="0">
              <a:buNone/>
              <a:defRPr sz="5118"/>
            </a:lvl5pPr>
            <a:lvl6pPr marL="5849874" indent="0">
              <a:buNone/>
              <a:defRPr sz="5118"/>
            </a:lvl6pPr>
            <a:lvl7pPr marL="7019849" indent="0">
              <a:buNone/>
              <a:defRPr sz="5118"/>
            </a:lvl7pPr>
            <a:lvl8pPr marL="8189824" indent="0">
              <a:buNone/>
              <a:defRPr sz="5118"/>
            </a:lvl8pPr>
            <a:lvl9pPr marL="9359798" indent="0">
              <a:buNone/>
              <a:defRPr sz="511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1" y="5400199"/>
            <a:ext cx="7547028" cy="10004536"/>
          </a:xfrm>
        </p:spPr>
        <p:txBody>
          <a:bodyPr/>
          <a:lstStyle>
            <a:lvl1pPr marL="0" indent="0">
              <a:buNone/>
              <a:defRPr sz="4094"/>
            </a:lvl1pPr>
            <a:lvl2pPr marL="1169975" indent="0">
              <a:buNone/>
              <a:defRPr sz="3583"/>
            </a:lvl2pPr>
            <a:lvl3pPr marL="2339950" indent="0">
              <a:buNone/>
              <a:defRPr sz="3071"/>
            </a:lvl3pPr>
            <a:lvl4pPr marL="3509924" indent="0">
              <a:buNone/>
              <a:defRPr sz="2559"/>
            </a:lvl4pPr>
            <a:lvl5pPr marL="4679899" indent="0">
              <a:buNone/>
              <a:defRPr sz="2559"/>
            </a:lvl5pPr>
            <a:lvl6pPr marL="5849874" indent="0">
              <a:buNone/>
              <a:defRPr sz="2559"/>
            </a:lvl6pPr>
            <a:lvl7pPr marL="7019849" indent="0">
              <a:buNone/>
              <a:defRPr sz="2559"/>
            </a:lvl7pPr>
            <a:lvl8pPr marL="8189824" indent="0">
              <a:buNone/>
              <a:defRPr sz="2559"/>
            </a:lvl8pPr>
            <a:lvl9pPr marL="9359798" indent="0">
              <a:buNone/>
              <a:defRPr sz="2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96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2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47" y="958369"/>
            <a:ext cx="5045571" cy="152547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4" y="958369"/>
            <a:ext cx="14844216" cy="15254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33" y="958373"/>
            <a:ext cx="2018228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33" y="4791843"/>
            <a:ext cx="2018228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764DB-E7DF-4EA7-A1AF-05A77C280FCA}" type="datetimeFigureOut">
              <a:rPr lang="de-DE" smtClean="0"/>
              <a:t>09.05.2025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67" y="16683952"/>
            <a:ext cx="789741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73" y="16683952"/>
            <a:ext cx="526494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2A80-A104-426B-9779-D7499AE27B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1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339950" rtl="0" eaLnBrk="1" latinLnBrk="0" hangingPunct="1">
        <a:lnSpc>
          <a:spcPct val="90000"/>
        </a:lnSpc>
        <a:spcBef>
          <a:spcPct val="0"/>
        </a:spcBef>
        <a:buNone/>
        <a:defRPr sz="112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4987" indent="-584987" algn="l" defTabSz="2339950" rtl="0" eaLnBrk="1" latinLnBrk="0" hangingPunct="1">
        <a:lnSpc>
          <a:spcPct val="90000"/>
        </a:lnSpc>
        <a:spcBef>
          <a:spcPts val="2559"/>
        </a:spcBef>
        <a:buFont typeface="Arial" panose="020B0604020202020204" pitchFamily="34" charset="0"/>
        <a:buChar char="•"/>
        <a:defRPr sz="7165" kern="1200">
          <a:solidFill>
            <a:schemeClr val="tx1"/>
          </a:solidFill>
          <a:latin typeface="+mn-lt"/>
          <a:ea typeface="+mn-ea"/>
          <a:cs typeface="+mn-cs"/>
        </a:defRPr>
      </a:lvl1pPr>
      <a:lvl2pPr marL="175496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2pPr>
      <a:lvl3pPr marL="292493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5118" kern="1200">
          <a:solidFill>
            <a:schemeClr val="tx1"/>
          </a:solidFill>
          <a:latin typeface="+mn-lt"/>
          <a:ea typeface="+mn-ea"/>
          <a:cs typeface="+mn-cs"/>
        </a:defRPr>
      </a:lvl3pPr>
      <a:lvl4pPr marL="4094912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5264887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643486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60483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774811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944786" indent="-584987" algn="l" defTabSz="2339950" rtl="0" eaLnBrk="1" latinLnBrk="0" hangingPunct="1">
        <a:lnSpc>
          <a:spcPct val="90000"/>
        </a:lnSpc>
        <a:spcBef>
          <a:spcPts val="1280"/>
        </a:spcBef>
        <a:buFont typeface="Arial" panose="020B0604020202020204" pitchFamily="34" charset="0"/>
        <a:buChar char="•"/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1pPr>
      <a:lvl2pPr marL="1169975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3pPr>
      <a:lvl4pPr marL="35099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4pPr>
      <a:lvl5pPr marL="467989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5pPr>
      <a:lvl6pPr marL="584987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6pPr>
      <a:lvl7pPr marL="7019849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7pPr>
      <a:lvl8pPr marL="8189824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8pPr>
      <a:lvl9pPr marL="9359798" algn="l" defTabSz="2339950" rtl="0" eaLnBrk="1" latinLnBrk="0" hangingPunct="1">
        <a:defRPr sz="4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hteck 217">
            <a:extLst>
              <a:ext uri="{FF2B5EF4-FFF2-40B4-BE49-F238E27FC236}">
                <a16:creationId xmlns:a16="http://schemas.microsoft.com/office/drawing/2014/main" id="{2C8F2BC9-51B6-D7C0-421E-11A9A43DA250}"/>
              </a:ext>
            </a:extLst>
          </p:cNvPr>
          <p:cNvSpPr/>
          <p:nvPr/>
        </p:nvSpPr>
        <p:spPr>
          <a:xfrm>
            <a:off x="1131324" y="960141"/>
            <a:ext cx="11063135" cy="6012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LILW-Domain</a:t>
            </a:r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C1EFB502-BFB0-C3A7-D252-FF3C381A4DB7}"/>
              </a:ext>
            </a:extLst>
          </p:cNvPr>
          <p:cNvSpPr/>
          <p:nvPr/>
        </p:nvSpPr>
        <p:spPr>
          <a:xfrm>
            <a:off x="1350398" y="2693317"/>
            <a:ext cx="10580285" cy="40502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3E682F4F-1921-DBCC-1F22-B788C655D5FB}"/>
              </a:ext>
            </a:extLst>
          </p:cNvPr>
          <p:cNvSpPr/>
          <p:nvPr/>
        </p:nvSpPr>
        <p:spPr>
          <a:xfrm>
            <a:off x="5932387" y="4671296"/>
            <a:ext cx="5725002" cy="18282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6549213" y="494084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cxnSpLocks/>
            <a:stCxn id="216" idx="2"/>
            <a:endCxn id="25" idx="0"/>
          </p:cNvCxnSpPr>
          <p:nvPr/>
        </p:nvCxnSpPr>
        <p:spPr>
          <a:xfrm>
            <a:off x="6817863" y="5386418"/>
            <a:ext cx="0" cy="35003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8053809" y="4958769"/>
            <a:ext cx="2377663" cy="31483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local-id=[mountNameA/B] / [Cc::externalLabel]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3"/>
            <a:endCxn id="241" idx="1"/>
          </p:cNvCxnSpPr>
          <p:nvPr/>
        </p:nvCxnSpPr>
        <p:spPr>
          <a:xfrm flipV="1">
            <a:off x="7086512" y="5116185"/>
            <a:ext cx="967297" cy="4744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1558989" y="4676163"/>
            <a:ext cx="4363197" cy="1828235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4427793" y="493857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1807990" y="5100442"/>
            <a:ext cx="1756328" cy="5274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local-id=[LinkId] / [local-id]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linktp[2] : [{local-id,_cc,_ltp}]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scores : [ { [LinkID],[candidateScore] } 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calculated-link-id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1"/>
            <a:endCxn id="93" idx="3"/>
          </p:cNvCxnSpPr>
          <p:nvPr/>
        </p:nvCxnSpPr>
        <p:spPr>
          <a:xfrm flipH="1">
            <a:off x="3564318" y="5161361"/>
            <a:ext cx="863475" cy="20279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  <a:endCxn id="25" idx="1"/>
          </p:cNvCxnSpPr>
          <p:nvPr/>
        </p:nvCxnSpPr>
        <p:spPr>
          <a:xfrm>
            <a:off x="4696443" y="5384147"/>
            <a:ext cx="1852770" cy="57509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6549214" y="338108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8053809" y="3422191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=running,operational,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7086513" y="3590228"/>
            <a:ext cx="967296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F9C320F7-1BE1-119D-E122-B62DD3204440}"/>
              </a:ext>
            </a:extLst>
          </p:cNvPr>
          <p:cNvSpPr/>
          <p:nvPr/>
        </p:nvSpPr>
        <p:spPr>
          <a:xfrm>
            <a:off x="8053808" y="5668709"/>
            <a:ext cx="2377664" cy="54844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[LinkId] / [airInterfaceUuid]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external-label = [LinkId] / [Ltp::externalLabel]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planning-data:{}</a:t>
            </a:r>
          </a:p>
        </p:txBody>
      </p:sp>
      <p:sp>
        <p:nvSpPr>
          <p:cNvPr id="25" name="Abgerundetes Rechteck 2">
            <a:extLst>
              <a:ext uri="{FF2B5EF4-FFF2-40B4-BE49-F238E27FC236}">
                <a16:creationId xmlns:a16="http://schemas.microsoft.com/office/drawing/2014/main" id="{2AF408CD-34DB-C428-E0BF-1217C1E02073}"/>
              </a:ext>
            </a:extLst>
          </p:cNvPr>
          <p:cNvSpPr/>
          <p:nvPr/>
        </p:nvSpPr>
        <p:spPr>
          <a:xfrm>
            <a:off x="6549213" y="573645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0D67C123-0516-88EF-34E3-FD36957D0983}"/>
              </a:ext>
            </a:extLst>
          </p:cNvPr>
          <p:cNvCxnSpPr>
            <a:cxnSpLocks/>
            <a:stCxn id="25" idx="3"/>
            <a:endCxn id="14" idx="1"/>
          </p:cNvCxnSpPr>
          <p:nvPr/>
        </p:nvCxnSpPr>
        <p:spPr>
          <a:xfrm flipV="1">
            <a:off x="7086512" y="5942932"/>
            <a:ext cx="967296" cy="1630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5" name="Abgerundetes Rechteck 1">
            <a:extLst>
              <a:ext uri="{FF2B5EF4-FFF2-40B4-BE49-F238E27FC236}">
                <a16:creationId xmlns:a16="http://schemas.microsoft.com/office/drawing/2014/main" id="{1248D903-9440-2321-354B-14170C2F2A21}"/>
              </a:ext>
            </a:extLst>
          </p:cNvPr>
          <p:cNvSpPr/>
          <p:nvPr/>
        </p:nvSpPr>
        <p:spPr>
          <a:xfrm>
            <a:off x="6549213" y="114260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DD5C7406-3C7F-347B-3FAF-7F90934EFE1D}"/>
              </a:ext>
            </a:extLst>
          </p:cNvPr>
          <p:cNvCxnSpPr>
            <a:cxnSpLocks/>
            <a:stCxn id="175" idx="2"/>
            <a:endCxn id="117" idx="0"/>
          </p:cNvCxnSpPr>
          <p:nvPr/>
        </p:nvCxnSpPr>
        <p:spPr>
          <a:xfrm>
            <a:off x="6817863" y="1588176"/>
            <a:ext cx="1" cy="17929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1" name="Abgerundetes Rechteck 1">
            <a:extLst>
              <a:ext uri="{FF2B5EF4-FFF2-40B4-BE49-F238E27FC236}">
                <a16:creationId xmlns:a16="http://schemas.microsoft.com/office/drawing/2014/main" id="{44E48014-242B-1327-6AB6-2553D28DAC32}"/>
              </a:ext>
            </a:extLst>
          </p:cNvPr>
          <p:cNvSpPr/>
          <p:nvPr/>
        </p:nvSpPr>
        <p:spPr>
          <a:xfrm>
            <a:off x="7698508" y="114286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2" name="Abgerundetes Rechteck 1">
            <a:extLst>
              <a:ext uri="{FF2B5EF4-FFF2-40B4-BE49-F238E27FC236}">
                <a16:creationId xmlns:a16="http://schemas.microsoft.com/office/drawing/2014/main" id="{BF0C2F74-F3BA-292A-B365-41FC81CF7E1E}"/>
              </a:ext>
            </a:extLst>
          </p:cNvPr>
          <p:cNvSpPr/>
          <p:nvPr/>
        </p:nvSpPr>
        <p:spPr>
          <a:xfrm>
            <a:off x="8847803" y="1145098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CA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57DF4D2C-9B0B-A33B-2C76-40E5450EAEF7}"/>
              </a:ext>
            </a:extLst>
          </p:cNvPr>
          <p:cNvCxnSpPr>
            <a:cxnSpLocks/>
            <a:stCxn id="175" idx="3"/>
            <a:endCxn id="191" idx="1"/>
          </p:cNvCxnSpPr>
          <p:nvPr/>
        </p:nvCxnSpPr>
        <p:spPr>
          <a:xfrm>
            <a:off x="7086512" y="1365390"/>
            <a:ext cx="611996" cy="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6" name="Gerade Verbindung mit Pfeil 195">
            <a:extLst>
              <a:ext uri="{FF2B5EF4-FFF2-40B4-BE49-F238E27FC236}">
                <a16:creationId xmlns:a16="http://schemas.microsoft.com/office/drawing/2014/main" id="{65958A75-08CD-E777-02D1-45615CF0D213}"/>
              </a:ext>
            </a:extLst>
          </p:cNvPr>
          <p:cNvCxnSpPr>
            <a:cxnSpLocks/>
            <a:stCxn id="191" idx="3"/>
            <a:endCxn id="192" idx="1"/>
          </p:cNvCxnSpPr>
          <p:nvPr/>
        </p:nvCxnSpPr>
        <p:spPr>
          <a:xfrm>
            <a:off x="8235807" y="1365649"/>
            <a:ext cx="611996" cy="223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Abgerundetes Rechteck 1">
            <a:extLst>
              <a:ext uri="{FF2B5EF4-FFF2-40B4-BE49-F238E27FC236}">
                <a16:creationId xmlns:a16="http://schemas.microsoft.com/office/drawing/2014/main" id="{D682A02F-6CC5-4B5C-BEFE-2A698F693375}"/>
              </a:ext>
            </a:extLst>
          </p:cNvPr>
          <p:cNvSpPr/>
          <p:nvPr/>
        </p:nvSpPr>
        <p:spPr>
          <a:xfrm>
            <a:off x="5395088" y="114327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B0FB3F22-C086-61C6-4444-CA4D288A536F}"/>
              </a:ext>
            </a:extLst>
          </p:cNvPr>
          <p:cNvSpPr/>
          <p:nvPr/>
        </p:nvSpPr>
        <p:spPr>
          <a:xfrm>
            <a:off x="3809164" y="1184679"/>
            <a:ext cx="874181" cy="3393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functionName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parameter</a:t>
            </a:r>
          </a:p>
        </p:txBody>
      </p: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BE093BCA-A2CD-5CC7-4D8E-EB69807C6944}"/>
              </a:ext>
            </a:extLst>
          </p:cNvPr>
          <p:cNvCxnSpPr>
            <a:cxnSpLocks/>
            <a:stCxn id="165" idx="1"/>
            <a:endCxn id="166" idx="3"/>
          </p:cNvCxnSpPr>
          <p:nvPr/>
        </p:nvCxnSpPr>
        <p:spPr>
          <a:xfrm flipH="1" flipV="1">
            <a:off x="4683345" y="1354340"/>
            <a:ext cx="711743" cy="117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A49DEE1-8C0E-E99B-642F-A7E20F8C0AC5}"/>
              </a:ext>
            </a:extLst>
          </p:cNvPr>
          <p:cNvCxnSpPr>
            <a:cxnSpLocks/>
            <a:stCxn id="175" idx="1"/>
            <a:endCxn id="165" idx="3"/>
          </p:cNvCxnSpPr>
          <p:nvPr/>
        </p:nvCxnSpPr>
        <p:spPr>
          <a:xfrm flipH="1">
            <a:off x="5932387" y="1365390"/>
            <a:ext cx="616826" cy="6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478CF1AE-F32E-8A5E-3FFF-725990776B82}"/>
              </a:ext>
            </a:extLst>
          </p:cNvPr>
          <p:cNvSpPr/>
          <p:nvPr/>
        </p:nvSpPr>
        <p:spPr>
          <a:xfrm>
            <a:off x="8884805" y="-921573"/>
            <a:ext cx="2301547" cy="32075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to be deleted, if no longer required for scrolling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6EA71E1-6E4E-BAFE-EFA0-DD3B8CEAC57B}"/>
              </a:ext>
            </a:extLst>
          </p:cNvPr>
          <p:cNvSpPr/>
          <p:nvPr/>
        </p:nvSpPr>
        <p:spPr>
          <a:xfrm>
            <a:off x="10431471" y="1364400"/>
            <a:ext cx="1499211" cy="91332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_affected-link=[LinkId]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priority-band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affected-cc/ltp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_error-code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date-of-creation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past-attempts-to-fix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date-of-next-attempt-to-fix</a:t>
            </a: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42F3670C-06B4-695C-203E-C5D050ACA051}"/>
              </a:ext>
            </a:extLst>
          </p:cNvPr>
          <p:cNvCxnSpPr>
            <a:cxnSpLocks/>
            <a:stCxn id="192" idx="3"/>
            <a:endCxn id="206" idx="1"/>
          </p:cNvCxnSpPr>
          <p:nvPr/>
        </p:nvCxnSpPr>
        <p:spPr>
          <a:xfrm>
            <a:off x="9385102" y="1367884"/>
            <a:ext cx="1046369" cy="45317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8D9C5C64-6EB4-4477-702C-4A3C3F24EDF8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flipH="1">
            <a:off x="6817863" y="3826654"/>
            <a:ext cx="1" cy="11141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1" name="Verbinder: gewinkelt 200">
            <a:extLst>
              <a:ext uri="{FF2B5EF4-FFF2-40B4-BE49-F238E27FC236}">
                <a16:creationId xmlns:a16="http://schemas.microsoft.com/office/drawing/2014/main" id="{F434A457-560C-5719-70F2-1BF2B3AF29BE}"/>
              </a:ext>
            </a:extLst>
          </p:cNvPr>
          <p:cNvCxnSpPr>
            <a:cxnSpLocks/>
            <a:stCxn id="117" idx="2"/>
            <a:endCxn id="87" idx="0"/>
          </p:cNvCxnSpPr>
          <p:nvPr/>
        </p:nvCxnSpPr>
        <p:spPr>
          <a:xfrm rot="5400000">
            <a:off x="5201194" y="3321904"/>
            <a:ext cx="1111921" cy="212142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" name="Abgerundetes Rechteck 1">
            <a:extLst>
              <a:ext uri="{FF2B5EF4-FFF2-40B4-BE49-F238E27FC236}">
                <a16:creationId xmlns:a16="http://schemas.microsoft.com/office/drawing/2014/main" id="{16CB4612-BCB1-A6DF-59CB-794258BA362B}"/>
              </a:ext>
            </a:extLst>
          </p:cNvPr>
          <p:cNvSpPr/>
          <p:nvPr/>
        </p:nvSpPr>
        <p:spPr>
          <a:xfrm>
            <a:off x="4240962" y="339343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BEA8A2B-B8AA-E95F-B632-8E402E9B8AD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509612" y="3839002"/>
            <a:ext cx="2039601" cy="109957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A85ACDB-25C3-D368-D668-4EAE1E2902B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509612" y="3839002"/>
            <a:ext cx="22003" cy="109957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4" name="Abgerundetes Rechteck 1">
            <a:extLst>
              <a:ext uri="{FF2B5EF4-FFF2-40B4-BE49-F238E27FC236}">
                <a16:creationId xmlns:a16="http://schemas.microsoft.com/office/drawing/2014/main" id="{FD078F50-0532-EDBF-94E6-465386D1350B}"/>
              </a:ext>
            </a:extLst>
          </p:cNvPr>
          <p:cNvSpPr/>
          <p:nvPr/>
        </p:nvSpPr>
        <p:spPr>
          <a:xfrm>
            <a:off x="5390896" y="1921930"/>
            <a:ext cx="541487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VS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40598C1-263D-3BDC-02CC-9332026EA8D5}"/>
              </a:ext>
            </a:extLst>
          </p:cNvPr>
          <p:cNvCxnSpPr>
            <a:cxnSpLocks/>
            <a:stCxn id="175" idx="2"/>
            <a:endCxn id="4" idx="3"/>
          </p:cNvCxnSpPr>
          <p:nvPr/>
        </p:nvCxnSpPr>
        <p:spPr>
          <a:xfrm flipH="1">
            <a:off x="5932383" y="1588176"/>
            <a:ext cx="885480" cy="5565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Abgerundetes Rechteck 1">
            <a:extLst>
              <a:ext uri="{FF2B5EF4-FFF2-40B4-BE49-F238E27FC236}">
                <a16:creationId xmlns:a16="http://schemas.microsoft.com/office/drawing/2014/main" id="{66CAC4BE-3492-9277-79D1-97F590E214BB}"/>
              </a:ext>
            </a:extLst>
          </p:cNvPr>
          <p:cNvSpPr/>
          <p:nvPr/>
        </p:nvSpPr>
        <p:spPr>
          <a:xfrm>
            <a:off x="5395088" y="338108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3AB0FA3B-99FD-5A90-8964-83B831ABD74C}"/>
              </a:ext>
            </a:extLst>
          </p:cNvPr>
          <p:cNvCxnSpPr>
            <a:cxnSpLocks/>
            <a:stCxn id="117" idx="1"/>
            <a:endCxn id="18" idx="3"/>
          </p:cNvCxnSpPr>
          <p:nvPr/>
        </p:nvCxnSpPr>
        <p:spPr>
          <a:xfrm flipH="1" flipV="1">
            <a:off x="5932387" y="3603867"/>
            <a:ext cx="616827" cy="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8CA14AA-7DE6-383F-B39C-4D440EF60EBB}"/>
              </a:ext>
            </a:extLst>
          </p:cNvPr>
          <p:cNvCxnSpPr>
            <a:cxnSpLocks/>
            <a:stCxn id="18" idx="1"/>
            <a:endCxn id="5" idx="3"/>
          </p:cNvCxnSpPr>
          <p:nvPr/>
        </p:nvCxnSpPr>
        <p:spPr>
          <a:xfrm flipH="1">
            <a:off x="4778261" y="3603867"/>
            <a:ext cx="616827" cy="1234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FB1A7D8B-A87F-0546-74DB-7D9505372A07}"/>
              </a:ext>
            </a:extLst>
          </p:cNvPr>
          <p:cNvSpPr/>
          <p:nvPr/>
        </p:nvSpPr>
        <p:spPr>
          <a:xfrm>
            <a:off x="4980430" y="2838948"/>
            <a:ext cx="836170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=network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B3790BA-6DEB-B920-D1AF-DB5505478577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flipH="1" flipV="1">
            <a:off x="3564319" y="3598987"/>
            <a:ext cx="676643" cy="1722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F598DDB-0684-3141-6D9C-2EB7B47DE7A4}"/>
              </a:ext>
            </a:extLst>
          </p:cNvPr>
          <p:cNvCxnSpPr>
            <a:cxnSpLocks/>
            <a:stCxn id="18" idx="0"/>
            <a:endCxn id="3" idx="2"/>
          </p:cNvCxnSpPr>
          <p:nvPr/>
        </p:nvCxnSpPr>
        <p:spPr>
          <a:xfrm flipH="1" flipV="1">
            <a:off x="5398515" y="3175022"/>
            <a:ext cx="265223" cy="2060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AEE125A8-0CA5-1823-2F88-6D04A8BF74BE}"/>
              </a:ext>
            </a:extLst>
          </p:cNvPr>
          <p:cNvSpPr/>
          <p:nvPr/>
        </p:nvSpPr>
        <p:spPr>
          <a:xfrm>
            <a:off x="1807991" y="3439708"/>
            <a:ext cx="1756328" cy="31855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fctp[2] : [_cc]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Abgerundetes Rechteck 1">
            <a:extLst>
              <a:ext uri="{FF2B5EF4-FFF2-40B4-BE49-F238E27FC236}">
                <a16:creationId xmlns:a16="http://schemas.microsoft.com/office/drawing/2014/main" id="{31057363-2231-009D-28FA-104F3CA65290}"/>
              </a:ext>
            </a:extLst>
          </p:cNvPr>
          <p:cNvSpPr/>
          <p:nvPr/>
        </p:nvSpPr>
        <p:spPr>
          <a:xfrm>
            <a:off x="7698503" y="192193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400F685-A847-DC6A-BB4C-38FAFEB9B117}"/>
              </a:ext>
            </a:extLst>
          </p:cNvPr>
          <p:cNvCxnSpPr>
            <a:cxnSpLocks/>
            <a:stCxn id="175" idx="2"/>
            <a:endCxn id="35" idx="1"/>
          </p:cNvCxnSpPr>
          <p:nvPr/>
        </p:nvCxnSpPr>
        <p:spPr>
          <a:xfrm>
            <a:off x="6817863" y="1588176"/>
            <a:ext cx="880640" cy="5565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3C1C7FFB-D612-6FAF-23A7-374D79442022}"/>
              </a:ext>
            </a:extLst>
          </p:cNvPr>
          <p:cNvSpPr/>
          <p:nvPr/>
        </p:nvSpPr>
        <p:spPr>
          <a:xfrm>
            <a:off x="3809165" y="1985803"/>
            <a:ext cx="874180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_trigger-function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sequence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1CC7373E-9775-4BFB-4FAC-C24549D8A284}"/>
              </a:ext>
            </a:extLst>
          </p:cNvPr>
          <p:cNvCxnSpPr>
            <a:cxnSpLocks/>
            <a:stCxn id="4" idx="1"/>
            <a:endCxn id="48" idx="3"/>
          </p:cNvCxnSpPr>
          <p:nvPr/>
        </p:nvCxnSpPr>
        <p:spPr>
          <a:xfrm flipH="1">
            <a:off x="4683345" y="2144716"/>
            <a:ext cx="707551" cy="912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AC53B1B3-6F00-ED4C-6DD6-3BDBB13679A6}"/>
              </a:ext>
            </a:extLst>
          </p:cNvPr>
          <p:cNvSpPr/>
          <p:nvPr/>
        </p:nvSpPr>
        <p:spPr>
          <a:xfrm>
            <a:off x="8847803" y="1921880"/>
            <a:ext cx="1225837" cy="44557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error-code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description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_implementation-function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BF26B577-1F36-60DF-8C4F-49F697B3F1F0}"/>
              </a:ext>
            </a:extLst>
          </p:cNvPr>
          <p:cNvCxnSpPr>
            <a:cxnSpLocks/>
            <a:stCxn id="35" idx="3"/>
            <a:endCxn id="52" idx="1"/>
          </p:cNvCxnSpPr>
          <p:nvPr/>
        </p:nvCxnSpPr>
        <p:spPr>
          <a:xfrm flipV="1">
            <a:off x="8235802" y="2144666"/>
            <a:ext cx="612001" cy="5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4103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hteck 217">
            <a:extLst>
              <a:ext uri="{FF2B5EF4-FFF2-40B4-BE49-F238E27FC236}">
                <a16:creationId xmlns:a16="http://schemas.microsoft.com/office/drawing/2014/main" id="{2C8F2BC9-51B6-D7C0-421E-11A9A43DA250}"/>
              </a:ext>
            </a:extLst>
          </p:cNvPr>
          <p:cNvSpPr/>
          <p:nvPr/>
        </p:nvSpPr>
        <p:spPr>
          <a:xfrm>
            <a:off x="1548387" y="128835"/>
            <a:ext cx="15456877" cy="86792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LILW-Domain</a:t>
            </a:r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C1EFB502-BFB0-C3A7-D252-FF3C381A4DB7}"/>
              </a:ext>
            </a:extLst>
          </p:cNvPr>
          <p:cNvSpPr/>
          <p:nvPr/>
        </p:nvSpPr>
        <p:spPr>
          <a:xfrm>
            <a:off x="1794584" y="2341094"/>
            <a:ext cx="14929326" cy="6219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3E682F4F-1921-DBCC-1F22-B788C655D5FB}"/>
              </a:ext>
            </a:extLst>
          </p:cNvPr>
          <p:cNvSpPr/>
          <p:nvPr/>
        </p:nvSpPr>
        <p:spPr>
          <a:xfrm>
            <a:off x="3968228" y="3845387"/>
            <a:ext cx="12482387" cy="44681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216" name="Abgerundetes Rechteck 1">
            <a:extLst>
              <a:ext uri="{FF2B5EF4-FFF2-40B4-BE49-F238E27FC236}">
                <a16:creationId xmlns:a16="http://schemas.microsoft.com/office/drawing/2014/main" id="{E4A62BC8-924C-84E9-9ED3-A6A081AB7FE4}"/>
              </a:ext>
            </a:extLst>
          </p:cNvPr>
          <p:cNvSpPr/>
          <p:nvPr/>
        </p:nvSpPr>
        <p:spPr>
          <a:xfrm>
            <a:off x="9580314" y="4114937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F3812ADC-C552-3888-AD96-B6C6C4A66D2D}"/>
              </a:ext>
            </a:extLst>
          </p:cNvPr>
          <p:cNvCxnSpPr>
            <a:cxnSpLocks/>
            <a:stCxn id="216" idx="2"/>
            <a:endCxn id="25" idx="0"/>
          </p:cNvCxnSpPr>
          <p:nvPr/>
        </p:nvCxnSpPr>
        <p:spPr>
          <a:xfrm>
            <a:off x="9848964" y="4560509"/>
            <a:ext cx="0" cy="83771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3" name="Abgerundetes Rechteck 89">
            <a:extLst>
              <a:ext uri="{FF2B5EF4-FFF2-40B4-BE49-F238E27FC236}">
                <a16:creationId xmlns:a16="http://schemas.microsoft.com/office/drawing/2014/main" id="{044D5B40-A091-29AF-E39A-C4A69555BAD1}"/>
              </a:ext>
            </a:extLst>
          </p:cNvPr>
          <p:cNvSpPr/>
          <p:nvPr/>
        </p:nvSpPr>
        <p:spPr>
          <a:xfrm>
            <a:off x="7150414" y="664613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[*]</a:t>
            </a:r>
          </a:p>
        </p:txBody>
      </p:sp>
      <p:sp>
        <p:nvSpPr>
          <p:cNvPr id="232" name="Rechteck 231">
            <a:extLst>
              <a:ext uri="{FF2B5EF4-FFF2-40B4-BE49-F238E27FC236}">
                <a16:creationId xmlns:a16="http://schemas.microsoft.com/office/drawing/2014/main" id="{D24AFCEE-3415-2633-C02F-42F690432881}"/>
              </a:ext>
            </a:extLst>
          </p:cNvPr>
          <p:cNvSpPr/>
          <p:nvPr/>
        </p:nvSpPr>
        <p:spPr>
          <a:xfrm>
            <a:off x="4247720" y="6983494"/>
            <a:ext cx="2329089" cy="112003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0 / [local-id]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upper-frequency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lower-frequency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band-position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bandwidth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minimum-modulation-scheme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maximum-modulation-scheme = [planning] / [live]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clear-sky-modulation = [planning] / [live]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4A5D1682-99D1-7876-EEFC-EA1180222379}"/>
              </a:ext>
            </a:extLst>
          </p:cNvPr>
          <p:cNvCxnSpPr>
            <a:cxnSpLocks/>
            <a:stCxn id="223" idx="1"/>
            <a:endCxn id="232" idx="3"/>
          </p:cNvCxnSpPr>
          <p:nvPr/>
        </p:nvCxnSpPr>
        <p:spPr>
          <a:xfrm flipH="1">
            <a:off x="6576809" y="6868917"/>
            <a:ext cx="573605" cy="67459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1" name="Rechteck 240">
            <a:extLst>
              <a:ext uri="{FF2B5EF4-FFF2-40B4-BE49-F238E27FC236}">
                <a16:creationId xmlns:a16="http://schemas.microsoft.com/office/drawing/2014/main" id="{8AE67609-FF85-AA36-4EAC-A2C055DD14DD}"/>
              </a:ext>
            </a:extLst>
          </p:cNvPr>
          <p:cNvSpPr/>
          <p:nvPr/>
        </p:nvSpPr>
        <p:spPr>
          <a:xfrm>
            <a:off x="6623805" y="4114298"/>
            <a:ext cx="2377663" cy="532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local-id=[mountNameA/B] / [mountName]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42" name="Gerade Verbindung mit Pfeil 241">
            <a:extLst>
              <a:ext uri="{FF2B5EF4-FFF2-40B4-BE49-F238E27FC236}">
                <a16:creationId xmlns:a16="http://schemas.microsoft.com/office/drawing/2014/main" id="{D02907C9-C5BE-29CD-04AE-14DC78D81D7F}"/>
              </a:ext>
            </a:extLst>
          </p:cNvPr>
          <p:cNvCxnSpPr>
            <a:cxnSpLocks/>
            <a:stCxn id="216" idx="1"/>
            <a:endCxn id="241" idx="3"/>
          </p:cNvCxnSpPr>
          <p:nvPr/>
        </p:nvCxnSpPr>
        <p:spPr>
          <a:xfrm flipH="1">
            <a:off x="9001468" y="4337723"/>
            <a:ext cx="578846" cy="4295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hteck 85">
            <a:extLst>
              <a:ext uri="{FF2B5EF4-FFF2-40B4-BE49-F238E27FC236}">
                <a16:creationId xmlns:a16="http://schemas.microsoft.com/office/drawing/2014/main" id="{4EF8BD69-F08C-B9E7-5DF2-848F27B7FE4E}"/>
              </a:ext>
            </a:extLst>
          </p:cNvPr>
          <p:cNvSpPr/>
          <p:nvPr/>
        </p:nvSpPr>
        <p:spPr>
          <a:xfrm>
            <a:off x="2037390" y="3850254"/>
            <a:ext cx="1930625" cy="4465071"/>
          </a:xfrm>
          <a:prstGeom prst="rect">
            <a:avLst/>
          </a:prstGeom>
          <a:solidFill>
            <a:schemeClr val="accent5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de-DE" sz="140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87" name="Abgerundetes Rechteck 1">
            <a:extLst>
              <a:ext uri="{FF2B5EF4-FFF2-40B4-BE49-F238E27FC236}">
                <a16:creationId xmlns:a16="http://schemas.microsoft.com/office/drawing/2014/main" id="{D6ADBF88-D669-757C-3A92-67D4C6EA3D42}"/>
              </a:ext>
            </a:extLst>
          </p:cNvPr>
          <p:cNvSpPr/>
          <p:nvPr/>
        </p:nvSpPr>
        <p:spPr>
          <a:xfrm>
            <a:off x="2196046" y="412002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CFF00EF-0576-E422-EDCD-26AB376B788C}"/>
              </a:ext>
            </a:extLst>
          </p:cNvPr>
          <p:cNvSpPr/>
          <p:nvPr/>
        </p:nvSpPr>
        <p:spPr>
          <a:xfrm>
            <a:off x="2117173" y="5374551"/>
            <a:ext cx="1756328" cy="5274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local-id=[LinkId] / [local-id]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linktp[2] : [{local-id,_cc,_ltp,_lp}]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scores : [ { [LinkID],[candidateScore] } 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6993B356-34A0-6EF5-B7C8-165FDE6B0E48}"/>
              </a:ext>
            </a:extLst>
          </p:cNvPr>
          <p:cNvCxnSpPr>
            <a:cxnSpLocks/>
            <a:stCxn id="87" idx="2"/>
            <a:endCxn id="93" idx="0"/>
          </p:cNvCxnSpPr>
          <p:nvPr/>
        </p:nvCxnSpPr>
        <p:spPr>
          <a:xfrm>
            <a:off x="2464696" y="4565596"/>
            <a:ext cx="530641" cy="80895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82F36CDE-9238-8488-B7F4-4BEE05C8B522}"/>
              </a:ext>
            </a:extLst>
          </p:cNvPr>
          <p:cNvCxnSpPr>
            <a:cxnSpLocks/>
            <a:stCxn id="87" idx="2"/>
            <a:endCxn id="223" idx="1"/>
          </p:cNvCxnSpPr>
          <p:nvPr/>
        </p:nvCxnSpPr>
        <p:spPr>
          <a:xfrm>
            <a:off x="2464696" y="4565596"/>
            <a:ext cx="4685718" cy="2303321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ysDash"/>
            <a:miter lim="800000"/>
            <a:tailEnd type="arrow"/>
          </a:ln>
          <a:effectLst/>
        </p:spPr>
      </p:cxnSp>
      <p:sp>
        <p:nvSpPr>
          <p:cNvPr id="117" name="Abgerundetes Rechteck 1">
            <a:extLst>
              <a:ext uri="{FF2B5EF4-FFF2-40B4-BE49-F238E27FC236}">
                <a16:creationId xmlns:a16="http://schemas.microsoft.com/office/drawing/2014/main" id="{8FAD0FAB-F7D4-B1C2-7009-798052A9B1D9}"/>
              </a:ext>
            </a:extLst>
          </p:cNvPr>
          <p:cNvSpPr/>
          <p:nvPr/>
        </p:nvSpPr>
        <p:spPr>
          <a:xfrm>
            <a:off x="9580315" y="2555173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NCD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52" name="Verbinder: gewinkelt 251">
            <a:extLst>
              <a:ext uri="{FF2B5EF4-FFF2-40B4-BE49-F238E27FC236}">
                <a16:creationId xmlns:a16="http://schemas.microsoft.com/office/drawing/2014/main" id="{7B4D9739-6606-A338-2C87-5405BC25C7D6}"/>
              </a:ext>
            </a:extLst>
          </p:cNvPr>
          <p:cNvCxnSpPr>
            <a:cxnSpLocks/>
            <a:stCxn id="216" idx="2"/>
            <a:endCxn id="70" idx="0"/>
          </p:cNvCxnSpPr>
          <p:nvPr/>
        </p:nvCxnSpPr>
        <p:spPr>
          <a:xfrm rot="16200000" flipH="1">
            <a:off x="9998533" y="4410939"/>
            <a:ext cx="846183" cy="114532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3" name="Ellipse 292">
            <a:extLst>
              <a:ext uri="{FF2B5EF4-FFF2-40B4-BE49-F238E27FC236}">
                <a16:creationId xmlns:a16="http://schemas.microsoft.com/office/drawing/2014/main" id="{A96271CD-4392-8057-D43D-25709C941E70}"/>
              </a:ext>
            </a:extLst>
          </p:cNvPr>
          <p:cNvSpPr/>
          <p:nvPr/>
        </p:nvSpPr>
        <p:spPr>
          <a:xfrm>
            <a:off x="7171533" y="6665426"/>
            <a:ext cx="45719" cy="45719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de-DE" sz="10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B9D40B9E-07E7-DA55-A483-1F59E59377DD}"/>
              </a:ext>
            </a:extLst>
          </p:cNvPr>
          <p:cNvSpPr/>
          <p:nvPr/>
        </p:nvSpPr>
        <p:spPr>
          <a:xfrm>
            <a:off x="11084910" y="2596282"/>
            <a:ext cx="1685583" cy="33607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=running,operational, …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D64C054-7133-4A97-8504-E3EEC9F56FF0}"/>
              </a:ext>
            </a:extLst>
          </p:cNvPr>
          <p:cNvCxnSpPr>
            <a:cxnSpLocks/>
            <a:stCxn id="117" idx="3"/>
            <a:endCxn id="49" idx="1"/>
          </p:cNvCxnSpPr>
          <p:nvPr/>
        </p:nvCxnSpPr>
        <p:spPr>
          <a:xfrm flipV="1">
            <a:off x="10117614" y="2764319"/>
            <a:ext cx="967296" cy="1364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F9C320F7-1BE1-119D-E122-B62DD3204440}"/>
              </a:ext>
            </a:extLst>
          </p:cNvPr>
          <p:cNvSpPr/>
          <p:nvPr/>
        </p:nvSpPr>
        <p:spPr>
          <a:xfrm>
            <a:off x="5471547" y="5230671"/>
            <a:ext cx="3529924" cy="8727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[airInterfaceUuid]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_equipment[*] = [modemLocalId, oduLocalId] / [modemUuid, oduUuid]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external-label = [calculatedLinkId] / [externalLabel]</a:t>
            </a:r>
          </a:p>
        </p:txBody>
      </p:sp>
      <p:sp>
        <p:nvSpPr>
          <p:cNvPr id="25" name="Abgerundetes Rechteck 2">
            <a:extLst>
              <a:ext uri="{FF2B5EF4-FFF2-40B4-BE49-F238E27FC236}">
                <a16:creationId xmlns:a16="http://schemas.microsoft.com/office/drawing/2014/main" id="{2AF408CD-34DB-C428-E0BF-1217C1E02073}"/>
              </a:ext>
            </a:extLst>
          </p:cNvPr>
          <p:cNvSpPr/>
          <p:nvPr/>
        </p:nvSpPr>
        <p:spPr>
          <a:xfrm>
            <a:off x="9580314" y="5398226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LTP</a:t>
            </a:r>
          </a:p>
        </p:txBody>
      </p:sp>
      <p:sp>
        <p:nvSpPr>
          <p:cNvPr id="35" name="Abgerundetes Rechteck 3">
            <a:extLst>
              <a:ext uri="{FF2B5EF4-FFF2-40B4-BE49-F238E27FC236}">
                <a16:creationId xmlns:a16="http://schemas.microsoft.com/office/drawing/2014/main" id="{F7D26EA4-96A3-0DFE-F516-71C0AAAE8061}"/>
              </a:ext>
            </a:extLst>
          </p:cNvPr>
          <p:cNvSpPr/>
          <p:nvPr/>
        </p:nvSpPr>
        <p:spPr>
          <a:xfrm>
            <a:off x="9580314" y="6646131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LP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E9FC093-1E1D-AFB8-EDA1-74BB30C0EC74}"/>
              </a:ext>
            </a:extLst>
          </p:cNvPr>
          <p:cNvCxnSpPr>
            <a:cxnSpLocks/>
            <a:stCxn id="25" idx="2"/>
            <a:endCxn id="35" idx="0"/>
          </p:cNvCxnSpPr>
          <p:nvPr/>
        </p:nvCxnSpPr>
        <p:spPr>
          <a:xfrm>
            <a:off x="9848964" y="5843798"/>
            <a:ext cx="0" cy="80233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DAA76C0-8B20-2581-751D-97C11B18D597}"/>
              </a:ext>
            </a:extLst>
          </p:cNvPr>
          <p:cNvCxnSpPr>
            <a:cxnSpLocks/>
            <a:stCxn id="223" idx="3"/>
            <a:endCxn id="35" idx="1"/>
          </p:cNvCxnSpPr>
          <p:nvPr/>
        </p:nvCxnSpPr>
        <p:spPr>
          <a:xfrm>
            <a:off x="8311867" y="6868917"/>
            <a:ext cx="1268447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0D67C123-0516-88EF-34E3-FD36957D0983}"/>
              </a:ext>
            </a:extLst>
          </p:cNvPr>
          <p:cNvCxnSpPr>
            <a:cxnSpLocks/>
            <a:stCxn id="25" idx="1"/>
            <a:endCxn id="14" idx="3"/>
          </p:cNvCxnSpPr>
          <p:nvPr/>
        </p:nvCxnSpPr>
        <p:spPr>
          <a:xfrm flipH="1">
            <a:off x="9001471" y="5621012"/>
            <a:ext cx="578843" cy="4600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5" name="Abgerundetes Rechteck 1">
            <a:extLst>
              <a:ext uri="{FF2B5EF4-FFF2-40B4-BE49-F238E27FC236}">
                <a16:creationId xmlns:a16="http://schemas.microsoft.com/office/drawing/2014/main" id="{1248D903-9440-2321-354B-14170C2F2A21}"/>
              </a:ext>
            </a:extLst>
          </p:cNvPr>
          <p:cNvSpPr/>
          <p:nvPr/>
        </p:nvSpPr>
        <p:spPr>
          <a:xfrm>
            <a:off x="9580314" y="31669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DC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DD5C7406-3C7F-347B-3FAF-7F90934EFE1D}"/>
              </a:ext>
            </a:extLst>
          </p:cNvPr>
          <p:cNvCxnSpPr>
            <a:cxnSpLocks/>
            <a:stCxn id="175" idx="2"/>
            <a:endCxn id="117" idx="0"/>
          </p:cNvCxnSpPr>
          <p:nvPr/>
        </p:nvCxnSpPr>
        <p:spPr>
          <a:xfrm>
            <a:off x="9848964" y="762267"/>
            <a:ext cx="1" cy="17929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1" name="Abgerundetes Rechteck 1">
            <a:extLst>
              <a:ext uri="{FF2B5EF4-FFF2-40B4-BE49-F238E27FC236}">
                <a16:creationId xmlns:a16="http://schemas.microsoft.com/office/drawing/2014/main" id="{44E48014-242B-1327-6AB6-2553D28DAC32}"/>
              </a:ext>
            </a:extLst>
          </p:cNvPr>
          <p:cNvSpPr/>
          <p:nvPr/>
        </p:nvSpPr>
        <p:spPr>
          <a:xfrm>
            <a:off x="10729609" y="316954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AP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2" name="Abgerundetes Rechteck 1">
            <a:extLst>
              <a:ext uri="{FF2B5EF4-FFF2-40B4-BE49-F238E27FC236}">
                <a16:creationId xmlns:a16="http://schemas.microsoft.com/office/drawing/2014/main" id="{BF0C2F74-F3BA-292A-B365-41FC81CF7E1E}"/>
              </a:ext>
            </a:extLst>
          </p:cNvPr>
          <p:cNvSpPr/>
          <p:nvPr/>
        </p:nvSpPr>
        <p:spPr>
          <a:xfrm>
            <a:off x="10728176" y="1132869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CA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57DF4D2C-9B0B-A33B-2C76-40E5450EAEF7}"/>
              </a:ext>
            </a:extLst>
          </p:cNvPr>
          <p:cNvCxnSpPr>
            <a:cxnSpLocks/>
            <a:stCxn id="175" idx="3"/>
            <a:endCxn id="191" idx="1"/>
          </p:cNvCxnSpPr>
          <p:nvPr/>
        </p:nvCxnSpPr>
        <p:spPr>
          <a:xfrm>
            <a:off x="10117613" y="539481"/>
            <a:ext cx="611996" cy="25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6" name="Gerade Verbindung mit Pfeil 195">
            <a:extLst>
              <a:ext uri="{FF2B5EF4-FFF2-40B4-BE49-F238E27FC236}">
                <a16:creationId xmlns:a16="http://schemas.microsoft.com/office/drawing/2014/main" id="{65958A75-08CD-E777-02D1-45615CF0D213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10996826" y="762526"/>
            <a:ext cx="1433" cy="37034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Abgerundetes Rechteck 1">
            <a:extLst>
              <a:ext uri="{FF2B5EF4-FFF2-40B4-BE49-F238E27FC236}">
                <a16:creationId xmlns:a16="http://schemas.microsoft.com/office/drawing/2014/main" id="{D682A02F-6CC5-4B5C-BEFE-2A698F693375}"/>
              </a:ext>
            </a:extLst>
          </p:cNvPr>
          <p:cNvSpPr/>
          <p:nvPr/>
        </p:nvSpPr>
        <p:spPr>
          <a:xfrm>
            <a:off x="8426189" y="31736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F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6" name="Rechteck 165">
            <a:extLst>
              <a:ext uri="{FF2B5EF4-FFF2-40B4-BE49-F238E27FC236}">
                <a16:creationId xmlns:a16="http://schemas.microsoft.com/office/drawing/2014/main" id="{B0FB3F22-C086-61C6-4444-CA4D288A536F}"/>
              </a:ext>
            </a:extLst>
          </p:cNvPr>
          <p:cNvSpPr/>
          <p:nvPr/>
        </p:nvSpPr>
        <p:spPr>
          <a:xfrm>
            <a:off x="6991939" y="358769"/>
            <a:ext cx="722507" cy="4247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functionName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parameter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</p:txBody>
      </p: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BE093BCA-A2CD-5CC7-4D8E-EB69807C6944}"/>
              </a:ext>
            </a:extLst>
          </p:cNvPr>
          <p:cNvCxnSpPr>
            <a:cxnSpLocks/>
            <a:stCxn id="165" idx="1"/>
            <a:endCxn id="166" idx="3"/>
          </p:cNvCxnSpPr>
          <p:nvPr/>
        </p:nvCxnSpPr>
        <p:spPr>
          <a:xfrm flipH="1">
            <a:off x="7714446" y="540148"/>
            <a:ext cx="711743" cy="3098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A49DEE1-8C0E-E99B-642F-A7E20F8C0AC5}"/>
              </a:ext>
            </a:extLst>
          </p:cNvPr>
          <p:cNvCxnSpPr>
            <a:cxnSpLocks/>
            <a:stCxn id="175" idx="1"/>
            <a:endCxn id="165" idx="3"/>
          </p:cNvCxnSpPr>
          <p:nvPr/>
        </p:nvCxnSpPr>
        <p:spPr>
          <a:xfrm flipH="1">
            <a:off x="8963488" y="539481"/>
            <a:ext cx="616826" cy="66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478CF1AE-F32E-8A5E-3FFF-725990776B82}"/>
              </a:ext>
            </a:extLst>
          </p:cNvPr>
          <p:cNvSpPr/>
          <p:nvPr/>
        </p:nvSpPr>
        <p:spPr>
          <a:xfrm>
            <a:off x="8884805" y="-921573"/>
            <a:ext cx="2301547" cy="32075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to be deleted, if no longer required for scrolling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26EA71E1-6E4E-BAFE-EFA0-DD3B8CEAC57B}"/>
              </a:ext>
            </a:extLst>
          </p:cNvPr>
          <p:cNvSpPr/>
          <p:nvPr/>
        </p:nvSpPr>
        <p:spPr>
          <a:xfrm>
            <a:off x="12192833" y="750221"/>
            <a:ext cx="1905036" cy="105653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local-id=[LinkId]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priority-band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affected-cc/ltp/lp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error-code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error-message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42F3670C-06B4-695C-203E-C5D050ACA051}"/>
              </a:ext>
            </a:extLst>
          </p:cNvPr>
          <p:cNvCxnSpPr>
            <a:cxnSpLocks/>
            <a:stCxn id="192" idx="3"/>
            <a:endCxn id="206" idx="1"/>
          </p:cNvCxnSpPr>
          <p:nvPr/>
        </p:nvCxnSpPr>
        <p:spPr>
          <a:xfrm flipV="1">
            <a:off x="11265475" y="1278490"/>
            <a:ext cx="927358" cy="7716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8D9C5C64-6EB4-4477-702C-4A3C3F24EDF8}"/>
              </a:ext>
            </a:extLst>
          </p:cNvPr>
          <p:cNvCxnSpPr>
            <a:cxnSpLocks/>
            <a:stCxn id="117" idx="2"/>
            <a:endCxn id="216" idx="0"/>
          </p:cNvCxnSpPr>
          <p:nvPr/>
        </p:nvCxnSpPr>
        <p:spPr>
          <a:xfrm flipH="1">
            <a:off x="9848964" y="3000745"/>
            <a:ext cx="1" cy="11141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0" name="Abgerundetes Rechteck 1">
            <a:extLst>
              <a:ext uri="{FF2B5EF4-FFF2-40B4-BE49-F238E27FC236}">
                <a16:creationId xmlns:a16="http://schemas.microsoft.com/office/drawing/2014/main" id="{C0BF25FF-18C7-A4CF-F5A4-4B97E69FD229}"/>
              </a:ext>
            </a:extLst>
          </p:cNvPr>
          <p:cNvSpPr/>
          <p:nvPr/>
        </p:nvSpPr>
        <p:spPr>
          <a:xfrm>
            <a:off x="10725635" y="540669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E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3" name="Abgerundetes Rechteck 8">
            <a:extLst>
              <a:ext uri="{FF2B5EF4-FFF2-40B4-BE49-F238E27FC236}">
                <a16:creationId xmlns:a16="http://schemas.microsoft.com/office/drawing/2014/main" id="{443F278C-B2D1-E3AD-7966-8D59EA4283D5}"/>
              </a:ext>
            </a:extLst>
          </p:cNvPr>
          <p:cNvSpPr/>
          <p:nvPr/>
        </p:nvSpPr>
        <p:spPr>
          <a:xfrm>
            <a:off x="12531382" y="421687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idu [1]</a:t>
            </a:r>
          </a:p>
        </p:txBody>
      </p: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184AEC20-9B90-B26C-86CE-82CE2A57CFDB}"/>
              </a:ext>
            </a:extLst>
          </p:cNvPr>
          <p:cNvCxnSpPr>
            <a:cxnSpLocks/>
            <a:stCxn id="83" idx="1"/>
            <a:endCxn id="70" idx="3"/>
          </p:cNvCxnSpPr>
          <p:nvPr/>
        </p:nvCxnSpPr>
        <p:spPr>
          <a:xfrm flipH="1">
            <a:off x="11262934" y="4439660"/>
            <a:ext cx="1268448" cy="118981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9C2D2E47-7358-8D95-CAE2-6D5DDED05672}"/>
              </a:ext>
            </a:extLst>
          </p:cNvPr>
          <p:cNvSpPr/>
          <p:nvPr/>
        </p:nvSpPr>
        <p:spPr>
          <a:xfrm>
            <a:off x="14274800" y="4216338"/>
            <a:ext cx="1991421" cy="50425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idu / [iduUuid]</a:t>
            </a:r>
          </a:p>
          <a:p>
            <a:pPr defTabSz="914400"/>
            <a:r>
              <a:rPr lang="de-DE" sz="800" strike="sngStrike" kern="0">
                <a:solidFill>
                  <a:prstClr val="black"/>
                </a:solidFill>
                <a:latin typeface="Calibri" panose="020F0502020204030204"/>
              </a:rPr>
              <a:t>category=idu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(has Holder[*])</a:t>
            </a:r>
          </a:p>
        </p:txBody>
      </p: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8EEA6D8F-4AA5-ED12-D282-D54B57F26EEB}"/>
              </a:ext>
            </a:extLst>
          </p:cNvPr>
          <p:cNvCxnSpPr>
            <a:cxnSpLocks/>
            <a:stCxn id="83" idx="3"/>
            <a:endCxn id="99" idx="1"/>
          </p:cNvCxnSpPr>
          <p:nvPr/>
        </p:nvCxnSpPr>
        <p:spPr>
          <a:xfrm>
            <a:off x="13692835" y="4439660"/>
            <a:ext cx="581965" cy="2880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6" name="Abgerundetes Rechteck 8">
            <a:extLst>
              <a:ext uri="{FF2B5EF4-FFF2-40B4-BE49-F238E27FC236}">
                <a16:creationId xmlns:a16="http://schemas.microsoft.com/office/drawing/2014/main" id="{9257A587-AF25-575E-DF47-28FEE0FF18C4}"/>
              </a:ext>
            </a:extLst>
          </p:cNvPr>
          <p:cNvSpPr/>
          <p:nvPr/>
        </p:nvSpPr>
        <p:spPr>
          <a:xfrm>
            <a:off x="12531382" y="5004597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modem [*]</a:t>
            </a: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9CD9D71B-FBE6-67F6-0E2D-6F94AF73DA04}"/>
              </a:ext>
            </a:extLst>
          </p:cNvPr>
          <p:cNvSpPr/>
          <p:nvPr/>
        </p:nvSpPr>
        <p:spPr>
          <a:xfrm>
            <a:off x="14274800" y="4975554"/>
            <a:ext cx="1991421" cy="71848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[modemUuid]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category = modem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equipmentName = [modemCard]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(has Holder[*])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9B1ABDE3-BECF-16CE-E3CC-6FA836F4935B}"/>
              </a:ext>
            </a:extLst>
          </p:cNvPr>
          <p:cNvCxnSpPr>
            <a:cxnSpLocks/>
            <a:stCxn id="116" idx="1"/>
            <a:endCxn id="70" idx="3"/>
          </p:cNvCxnSpPr>
          <p:nvPr/>
        </p:nvCxnSpPr>
        <p:spPr>
          <a:xfrm flipH="1">
            <a:off x="11262934" y="5227383"/>
            <a:ext cx="1268448" cy="40209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C77582F7-6E8A-C9D0-64AD-B8BC745BF518}"/>
              </a:ext>
            </a:extLst>
          </p:cNvPr>
          <p:cNvCxnSpPr>
            <a:cxnSpLocks/>
            <a:stCxn id="116" idx="3"/>
            <a:endCxn id="118" idx="1"/>
          </p:cNvCxnSpPr>
          <p:nvPr/>
        </p:nvCxnSpPr>
        <p:spPr>
          <a:xfrm>
            <a:off x="13692835" y="5227383"/>
            <a:ext cx="581965" cy="107415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2" name="Abgerundetes Rechteck 8">
            <a:extLst>
              <a:ext uri="{FF2B5EF4-FFF2-40B4-BE49-F238E27FC236}">
                <a16:creationId xmlns:a16="http://schemas.microsoft.com/office/drawing/2014/main" id="{901B5190-CC68-3F36-0B15-51F88F37E2A1}"/>
              </a:ext>
            </a:extLst>
          </p:cNvPr>
          <p:cNvSpPr/>
          <p:nvPr/>
        </p:nvSpPr>
        <p:spPr>
          <a:xfrm>
            <a:off x="12531382" y="5852264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odu [*]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0B02FDAE-BC7F-0067-F12A-DA7B5CF0CFD2}"/>
              </a:ext>
            </a:extLst>
          </p:cNvPr>
          <p:cNvSpPr/>
          <p:nvPr/>
        </p:nvSpPr>
        <p:spPr>
          <a:xfrm>
            <a:off x="14274800" y="5914688"/>
            <a:ext cx="1991421" cy="61736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[oduUuid]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category=odu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equipmentName = [oduProductCode] / [???]</a:t>
            </a:r>
          </a:p>
        </p:txBody>
      </p: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C5BAD04C-CAAB-9142-1A9E-BE72A58D1E34}"/>
              </a:ext>
            </a:extLst>
          </p:cNvPr>
          <p:cNvCxnSpPr>
            <a:cxnSpLocks/>
            <a:stCxn id="142" idx="3"/>
            <a:endCxn id="143" idx="1"/>
          </p:cNvCxnSpPr>
          <p:nvPr/>
        </p:nvCxnSpPr>
        <p:spPr>
          <a:xfrm>
            <a:off x="13692835" y="6075050"/>
            <a:ext cx="581965" cy="14831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3" name="Gerade Verbindung mit Pfeil 152">
            <a:extLst>
              <a:ext uri="{FF2B5EF4-FFF2-40B4-BE49-F238E27FC236}">
                <a16:creationId xmlns:a16="http://schemas.microsoft.com/office/drawing/2014/main" id="{51D09282-BE07-3240-2165-CB9551908D8C}"/>
              </a:ext>
            </a:extLst>
          </p:cNvPr>
          <p:cNvCxnSpPr>
            <a:cxnSpLocks/>
            <a:stCxn id="142" idx="1"/>
            <a:endCxn id="70" idx="3"/>
          </p:cNvCxnSpPr>
          <p:nvPr/>
        </p:nvCxnSpPr>
        <p:spPr>
          <a:xfrm flipH="1" flipV="1">
            <a:off x="11262934" y="5629478"/>
            <a:ext cx="1268448" cy="44557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01" name="Verbinder: gewinkelt 200">
            <a:extLst>
              <a:ext uri="{FF2B5EF4-FFF2-40B4-BE49-F238E27FC236}">
                <a16:creationId xmlns:a16="http://schemas.microsoft.com/office/drawing/2014/main" id="{F434A457-560C-5719-70F2-1BF2B3AF29BE}"/>
              </a:ext>
            </a:extLst>
          </p:cNvPr>
          <p:cNvCxnSpPr>
            <a:cxnSpLocks/>
            <a:stCxn id="117" idx="2"/>
            <a:endCxn id="87" idx="0"/>
          </p:cNvCxnSpPr>
          <p:nvPr/>
        </p:nvCxnSpPr>
        <p:spPr>
          <a:xfrm rot="5400000">
            <a:off x="5597192" y="-131750"/>
            <a:ext cx="1119279" cy="738426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1" name="Abgerundetes Rechteck 1">
            <a:extLst>
              <a:ext uri="{FF2B5EF4-FFF2-40B4-BE49-F238E27FC236}">
                <a16:creationId xmlns:a16="http://schemas.microsoft.com/office/drawing/2014/main" id="{6F0585D7-D3B8-0B16-593B-3AA1C9E75BC2}"/>
              </a:ext>
            </a:extLst>
          </p:cNvPr>
          <p:cNvSpPr/>
          <p:nvPr/>
        </p:nvSpPr>
        <p:spPr>
          <a:xfrm>
            <a:off x="11285777" y="6651770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H</a:t>
            </a:r>
            <a:endParaRPr lang="de-DE" sz="105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3B2799C1-CB06-E289-B7D6-C789A2E5EC56}"/>
              </a:ext>
            </a:extLst>
          </p:cNvPr>
          <p:cNvCxnSpPr>
            <a:cxnSpLocks/>
            <a:stCxn id="70" idx="2"/>
            <a:endCxn id="271" idx="0"/>
          </p:cNvCxnSpPr>
          <p:nvPr/>
        </p:nvCxnSpPr>
        <p:spPr>
          <a:xfrm>
            <a:off x="10994285" y="5852264"/>
            <a:ext cx="560142" cy="79950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3" name="Rechteck 282">
            <a:extLst>
              <a:ext uri="{FF2B5EF4-FFF2-40B4-BE49-F238E27FC236}">
                <a16:creationId xmlns:a16="http://schemas.microsoft.com/office/drawing/2014/main" id="{3BA19841-BCE3-097C-31B2-1AF04A162D8A}"/>
              </a:ext>
            </a:extLst>
          </p:cNvPr>
          <p:cNvSpPr/>
          <p:nvPr/>
        </p:nvSpPr>
        <p:spPr>
          <a:xfrm>
            <a:off x="12541165" y="6641538"/>
            <a:ext cx="1822535" cy="102089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local-id = [local-id] / [holderLocalId]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holderName = 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   for modem: [cardSlot]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   for odu: [accessPort] / [???]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_fru =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   for modem: [local-id] / [modemUuid]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    for odu: [local-id] / [oduUuid]</a:t>
            </a:r>
          </a:p>
        </p:txBody>
      </p:sp>
      <p:cxnSp>
        <p:nvCxnSpPr>
          <p:cNvPr id="284" name="Gerade Verbindung mit Pfeil 283">
            <a:extLst>
              <a:ext uri="{FF2B5EF4-FFF2-40B4-BE49-F238E27FC236}">
                <a16:creationId xmlns:a16="http://schemas.microsoft.com/office/drawing/2014/main" id="{A7C25ACE-4B97-6609-6D23-8E785CA3E4EE}"/>
              </a:ext>
            </a:extLst>
          </p:cNvPr>
          <p:cNvCxnSpPr>
            <a:cxnSpLocks/>
            <a:stCxn id="271" idx="3"/>
            <a:endCxn id="283" idx="1"/>
          </p:cNvCxnSpPr>
          <p:nvPr/>
        </p:nvCxnSpPr>
        <p:spPr>
          <a:xfrm>
            <a:off x="11823076" y="6874556"/>
            <a:ext cx="718089" cy="277427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A78E0D56-0571-802A-E37D-76471F5BFF10}"/>
              </a:ext>
            </a:extLst>
          </p:cNvPr>
          <p:cNvSpPr txBox="1"/>
          <p:nvPr/>
        </p:nvSpPr>
        <p:spPr>
          <a:xfrm>
            <a:off x="4807555" y="9183686"/>
            <a:ext cx="9403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/domain-controller/function=cyclic-reading/parameter=sliding-window-size/parameter-value</a:t>
            </a:r>
          </a:p>
        </p:txBody>
      </p:sp>
    </p:spTree>
    <p:extLst>
      <p:ext uri="{BB962C8B-B14F-4D97-AF65-F5344CB8AC3E}">
        <p14:creationId xmlns:p14="http://schemas.microsoft.com/office/powerpoint/2010/main" val="161849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ADAE2AF-3BC3-B985-466C-CCCF136C0C4D}"/>
              </a:ext>
            </a:extLst>
          </p:cNvPr>
          <p:cNvSpPr txBox="1"/>
          <p:nvPr/>
        </p:nvSpPr>
        <p:spPr>
          <a:xfrm>
            <a:off x="821635" y="808383"/>
            <a:ext cx="99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Running</a:t>
            </a:r>
          </a:p>
        </p:txBody>
      </p:sp>
      <p:sp>
        <p:nvSpPr>
          <p:cNvPr id="4" name="Abgerundetes Rechteck 1">
            <a:extLst>
              <a:ext uri="{FF2B5EF4-FFF2-40B4-BE49-F238E27FC236}">
                <a16:creationId xmlns:a16="http://schemas.microsoft.com/office/drawing/2014/main" id="{097003FE-453E-AC0E-A4B5-B46C5038573A}"/>
              </a:ext>
            </a:extLst>
          </p:cNvPr>
          <p:cNvSpPr/>
          <p:nvPr/>
        </p:nvSpPr>
        <p:spPr>
          <a:xfrm>
            <a:off x="1052609" y="15440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5" name="Abgerundetes Rechteck 89">
            <a:extLst>
              <a:ext uri="{FF2B5EF4-FFF2-40B4-BE49-F238E27FC236}">
                <a16:creationId xmlns:a16="http://schemas.microsoft.com/office/drawing/2014/main" id="{A73EEBF5-20C9-6DC9-1197-BEB3C18B3BC2}"/>
              </a:ext>
            </a:extLst>
          </p:cNvPr>
          <p:cNvSpPr/>
          <p:nvPr/>
        </p:nvSpPr>
        <p:spPr>
          <a:xfrm>
            <a:off x="2366379" y="15440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6" name="Abgerundetes Rechteck 89">
            <a:extLst>
              <a:ext uri="{FF2B5EF4-FFF2-40B4-BE49-F238E27FC236}">
                <a16:creationId xmlns:a16="http://schemas.microsoft.com/office/drawing/2014/main" id="{D63C9685-F3F2-8E04-C177-78A3FE8378C5}"/>
              </a:ext>
            </a:extLst>
          </p:cNvPr>
          <p:cNvSpPr/>
          <p:nvPr/>
        </p:nvSpPr>
        <p:spPr>
          <a:xfrm>
            <a:off x="2366379" y="23126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D36A46A-7808-A295-096B-5F9A7202D1D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589908" y="1766801"/>
            <a:ext cx="77647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A75D0C9-0AFC-826C-4E93-E0C9EDDE277B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589908" y="1766801"/>
            <a:ext cx="776471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bgerundetes Rechteck 1">
            <a:extLst>
              <a:ext uri="{FF2B5EF4-FFF2-40B4-BE49-F238E27FC236}">
                <a16:creationId xmlns:a16="http://schemas.microsoft.com/office/drawing/2014/main" id="{2F4BDD46-8FE1-E9EE-4668-7A5E0F5811DC}"/>
              </a:ext>
            </a:extLst>
          </p:cNvPr>
          <p:cNvSpPr/>
          <p:nvPr/>
        </p:nvSpPr>
        <p:spPr>
          <a:xfrm>
            <a:off x="7215284" y="15440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22" name="Abgerundetes Rechteck 89">
            <a:extLst>
              <a:ext uri="{FF2B5EF4-FFF2-40B4-BE49-F238E27FC236}">
                <a16:creationId xmlns:a16="http://schemas.microsoft.com/office/drawing/2014/main" id="{AF828BBC-FDF8-3379-5936-D4C8B43EDF10}"/>
              </a:ext>
            </a:extLst>
          </p:cNvPr>
          <p:cNvSpPr/>
          <p:nvPr/>
        </p:nvSpPr>
        <p:spPr>
          <a:xfrm>
            <a:off x="5261979" y="15440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23" name="Abgerundetes Rechteck 89">
            <a:extLst>
              <a:ext uri="{FF2B5EF4-FFF2-40B4-BE49-F238E27FC236}">
                <a16:creationId xmlns:a16="http://schemas.microsoft.com/office/drawing/2014/main" id="{60C35A7C-1F33-05C5-F673-9127704DC48A}"/>
              </a:ext>
            </a:extLst>
          </p:cNvPr>
          <p:cNvSpPr/>
          <p:nvPr/>
        </p:nvSpPr>
        <p:spPr>
          <a:xfrm>
            <a:off x="5261979" y="23126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D1EF9AE-C8C0-C87E-28E2-46BE1C9DDB11}"/>
              </a:ext>
            </a:extLst>
          </p:cNvPr>
          <p:cNvCxnSpPr>
            <a:cxnSpLocks/>
            <a:stCxn id="21" idx="1"/>
            <a:endCxn id="22" idx="3"/>
          </p:cNvCxnSpPr>
          <p:nvPr/>
        </p:nvCxnSpPr>
        <p:spPr>
          <a:xfrm flipH="1">
            <a:off x="6423432" y="1766801"/>
            <a:ext cx="79185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961DC7F2-4A58-3FE7-B7FA-47F176F07CFF}"/>
              </a:ext>
            </a:extLst>
          </p:cNvPr>
          <p:cNvCxnSpPr>
            <a:cxnSpLocks/>
            <a:stCxn id="21" idx="1"/>
            <a:endCxn id="23" idx="3"/>
          </p:cNvCxnSpPr>
          <p:nvPr/>
        </p:nvCxnSpPr>
        <p:spPr>
          <a:xfrm flipH="1">
            <a:off x="6423432" y="1766801"/>
            <a:ext cx="791852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08127D1-09C5-341F-523E-3EE26B417D75}"/>
              </a:ext>
            </a:extLst>
          </p:cNvPr>
          <p:cNvCxnSpPr>
            <a:stCxn id="5" idx="3"/>
            <a:endCxn id="22" idx="1"/>
          </p:cNvCxnSpPr>
          <p:nvPr/>
        </p:nvCxnSpPr>
        <p:spPr>
          <a:xfrm>
            <a:off x="3527832" y="1766801"/>
            <a:ext cx="173414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2384DB8-9AFF-BC4F-2EB8-85D4BA01BB22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3527832" y="2535427"/>
            <a:ext cx="173414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388D120D-4A2F-B01C-C4C8-08A762172B49}"/>
              </a:ext>
            </a:extLst>
          </p:cNvPr>
          <p:cNvSpPr/>
          <p:nvPr/>
        </p:nvSpPr>
        <p:spPr>
          <a:xfrm>
            <a:off x="4183282" y="1531105"/>
            <a:ext cx="573690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12F6955-AA4A-84AE-140B-59FD36659D13}"/>
              </a:ext>
            </a:extLst>
          </p:cNvPr>
          <p:cNvSpPr/>
          <p:nvPr/>
        </p:nvSpPr>
        <p:spPr>
          <a:xfrm>
            <a:off x="4183282" y="2326842"/>
            <a:ext cx="573690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84D07A6-EA84-5FBE-1754-A3762D04FCA5}"/>
              </a:ext>
            </a:extLst>
          </p:cNvPr>
          <p:cNvSpPr txBox="1"/>
          <p:nvPr/>
        </p:nvSpPr>
        <p:spPr>
          <a:xfrm>
            <a:off x="821635" y="3551810"/>
            <a:ext cx="1361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Operational</a:t>
            </a:r>
          </a:p>
        </p:txBody>
      </p:sp>
      <p:sp>
        <p:nvSpPr>
          <p:cNvPr id="40" name="Abgerundetes Rechteck 1">
            <a:extLst>
              <a:ext uri="{FF2B5EF4-FFF2-40B4-BE49-F238E27FC236}">
                <a16:creationId xmlns:a16="http://schemas.microsoft.com/office/drawing/2014/main" id="{B0B13C56-89FA-AA8E-E079-1FD37F597A57}"/>
              </a:ext>
            </a:extLst>
          </p:cNvPr>
          <p:cNvSpPr/>
          <p:nvPr/>
        </p:nvSpPr>
        <p:spPr>
          <a:xfrm>
            <a:off x="1052609" y="428744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41" name="Abgerundetes Rechteck 89">
            <a:extLst>
              <a:ext uri="{FF2B5EF4-FFF2-40B4-BE49-F238E27FC236}">
                <a16:creationId xmlns:a16="http://schemas.microsoft.com/office/drawing/2014/main" id="{BCDD76B0-741C-42B5-AB68-5521380CADAF}"/>
              </a:ext>
            </a:extLst>
          </p:cNvPr>
          <p:cNvSpPr/>
          <p:nvPr/>
        </p:nvSpPr>
        <p:spPr>
          <a:xfrm>
            <a:off x="2366379" y="428744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42" name="Abgerundetes Rechteck 89">
            <a:extLst>
              <a:ext uri="{FF2B5EF4-FFF2-40B4-BE49-F238E27FC236}">
                <a16:creationId xmlns:a16="http://schemas.microsoft.com/office/drawing/2014/main" id="{CD89B2EC-98C4-5751-7D75-90E6AADE6688}"/>
              </a:ext>
            </a:extLst>
          </p:cNvPr>
          <p:cNvSpPr/>
          <p:nvPr/>
        </p:nvSpPr>
        <p:spPr>
          <a:xfrm>
            <a:off x="2366379" y="505606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65F00F75-9332-4172-2DDB-6E0B344EC0B1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1589908" y="4510228"/>
            <a:ext cx="77647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522E477-B472-AFA5-96CB-25ECB63AF621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1589908" y="4510228"/>
            <a:ext cx="776471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bgerundetes Rechteck 1">
            <a:extLst>
              <a:ext uri="{FF2B5EF4-FFF2-40B4-BE49-F238E27FC236}">
                <a16:creationId xmlns:a16="http://schemas.microsoft.com/office/drawing/2014/main" id="{520B201F-A6CD-E1B9-7FE2-479A6B320884}"/>
              </a:ext>
            </a:extLst>
          </p:cNvPr>
          <p:cNvSpPr/>
          <p:nvPr/>
        </p:nvSpPr>
        <p:spPr>
          <a:xfrm>
            <a:off x="7215284" y="4287442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46" name="Abgerundetes Rechteck 89">
            <a:extLst>
              <a:ext uri="{FF2B5EF4-FFF2-40B4-BE49-F238E27FC236}">
                <a16:creationId xmlns:a16="http://schemas.microsoft.com/office/drawing/2014/main" id="{D8EEDDD9-7BCA-0949-4D91-E71A66A0FBE0}"/>
              </a:ext>
            </a:extLst>
          </p:cNvPr>
          <p:cNvSpPr/>
          <p:nvPr/>
        </p:nvSpPr>
        <p:spPr>
          <a:xfrm>
            <a:off x="5261979" y="4287442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47" name="Abgerundetes Rechteck 89">
            <a:extLst>
              <a:ext uri="{FF2B5EF4-FFF2-40B4-BE49-F238E27FC236}">
                <a16:creationId xmlns:a16="http://schemas.microsoft.com/office/drawing/2014/main" id="{EE56F161-F939-C026-587D-C7E655A3ECB4}"/>
              </a:ext>
            </a:extLst>
          </p:cNvPr>
          <p:cNvSpPr/>
          <p:nvPr/>
        </p:nvSpPr>
        <p:spPr>
          <a:xfrm>
            <a:off x="5261979" y="5056068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345CF39A-DBCC-FC7E-5648-B9014E0BDE58}"/>
              </a:ext>
            </a:extLst>
          </p:cNvPr>
          <p:cNvCxnSpPr>
            <a:cxnSpLocks/>
            <a:stCxn id="45" idx="1"/>
            <a:endCxn id="46" idx="3"/>
          </p:cNvCxnSpPr>
          <p:nvPr/>
        </p:nvCxnSpPr>
        <p:spPr>
          <a:xfrm flipH="1">
            <a:off x="6423432" y="4510228"/>
            <a:ext cx="79185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07AE9BCE-CFA2-3FA6-0928-265A117A3000}"/>
              </a:ext>
            </a:extLst>
          </p:cNvPr>
          <p:cNvCxnSpPr>
            <a:cxnSpLocks/>
            <a:stCxn id="45" idx="1"/>
            <a:endCxn id="47" idx="3"/>
          </p:cNvCxnSpPr>
          <p:nvPr/>
        </p:nvCxnSpPr>
        <p:spPr>
          <a:xfrm flipH="1">
            <a:off x="6423432" y="4510228"/>
            <a:ext cx="791852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1486B58F-4900-8663-716A-24B8DECCED56}"/>
              </a:ext>
            </a:extLst>
          </p:cNvPr>
          <p:cNvCxnSpPr>
            <a:stCxn id="41" idx="3"/>
            <a:endCxn id="46" idx="1"/>
          </p:cNvCxnSpPr>
          <p:nvPr/>
        </p:nvCxnSpPr>
        <p:spPr>
          <a:xfrm>
            <a:off x="3527832" y="4510228"/>
            <a:ext cx="17341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AE42F98-2B38-D26A-8D2F-7D1F20273934}"/>
              </a:ext>
            </a:extLst>
          </p:cNvPr>
          <p:cNvCxnSpPr>
            <a:cxnSpLocks/>
            <a:stCxn id="41" idx="3"/>
            <a:endCxn id="47" idx="1"/>
          </p:cNvCxnSpPr>
          <p:nvPr/>
        </p:nvCxnSpPr>
        <p:spPr>
          <a:xfrm>
            <a:off x="3527832" y="4510228"/>
            <a:ext cx="1734147" cy="76862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AD779AC9-FD1D-260E-3F8E-E86C53F4FD02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 flipV="1">
            <a:off x="3527832" y="4510228"/>
            <a:ext cx="1734147" cy="76862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3E7F552-6247-942F-149B-B2F4BE1088D8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3527832" y="5278854"/>
            <a:ext cx="17341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EBBC8A5E-680D-6018-21A9-4F821556F1FD}"/>
              </a:ext>
            </a:extLst>
          </p:cNvPr>
          <p:cNvSpPr/>
          <p:nvPr/>
        </p:nvSpPr>
        <p:spPr>
          <a:xfrm>
            <a:off x="1052609" y="1335124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mountNameA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B2F384-4743-8D1A-8F02-A7F96FB30275}"/>
              </a:ext>
            </a:extLst>
          </p:cNvPr>
          <p:cNvSpPr/>
          <p:nvPr/>
        </p:nvSpPr>
        <p:spPr>
          <a:xfrm>
            <a:off x="7215284" y="1335124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mountNameB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73E044C-4309-EC67-A8E3-93A9E21CC8D6}"/>
              </a:ext>
            </a:extLst>
          </p:cNvPr>
          <p:cNvSpPr/>
          <p:nvPr/>
        </p:nvSpPr>
        <p:spPr>
          <a:xfrm>
            <a:off x="1052609" y="4077976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mountNameA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9017734-63F9-617D-E29C-F637AE3BFD1E}"/>
              </a:ext>
            </a:extLst>
          </p:cNvPr>
          <p:cNvSpPr/>
          <p:nvPr/>
        </p:nvSpPr>
        <p:spPr>
          <a:xfrm>
            <a:off x="7215284" y="4077976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mountNameB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B5611B1-A6BD-2448-27DE-FF75F7260D8B}"/>
              </a:ext>
            </a:extLst>
          </p:cNvPr>
          <p:cNvSpPr/>
          <p:nvPr/>
        </p:nvSpPr>
        <p:spPr>
          <a:xfrm>
            <a:off x="4107561" y="4195847"/>
            <a:ext cx="762098" cy="2967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m%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n%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C475962-0079-6073-6616-88078277CD9E}"/>
              </a:ext>
            </a:extLst>
          </p:cNvPr>
          <p:cNvSpPr/>
          <p:nvPr/>
        </p:nvSpPr>
        <p:spPr>
          <a:xfrm>
            <a:off x="3346460" y="4692330"/>
            <a:ext cx="762098" cy="2967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p%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q%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1DBCEB1-22B6-372B-92BA-67110E6A9E7D}"/>
              </a:ext>
            </a:extLst>
          </p:cNvPr>
          <p:cNvSpPr/>
          <p:nvPr/>
        </p:nvSpPr>
        <p:spPr>
          <a:xfrm>
            <a:off x="4732736" y="4751329"/>
            <a:ext cx="762098" cy="2967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r%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s%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8F61F2-FF4C-E555-C811-AAEC7F2687D8}"/>
              </a:ext>
            </a:extLst>
          </p:cNvPr>
          <p:cNvSpPr/>
          <p:nvPr/>
        </p:nvSpPr>
        <p:spPr>
          <a:xfrm>
            <a:off x="4089078" y="5297169"/>
            <a:ext cx="762098" cy="2967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x%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y%</a:t>
            </a:r>
          </a:p>
        </p:txBody>
      </p:sp>
    </p:spTree>
    <p:extLst>
      <p:ext uri="{BB962C8B-B14F-4D97-AF65-F5344CB8AC3E}">
        <p14:creationId xmlns:p14="http://schemas.microsoft.com/office/powerpoint/2010/main" val="94993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E700AE2-BF4D-E992-3BF2-7603373737C0}"/>
              </a:ext>
            </a:extLst>
          </p:cNvPr>
          <p:cNvSpPr txBox="1"/>
          <p:nvPr/>
        </p:nvSpPr>
        <p:spPr>
          <a:xfrm>
            <a:off x="3717235" y="3716683"/>
            <a:ext cx="1361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Operational</a:t>
            </a:r>
          </a:p>
        </p:txBody>
      </p:sp>
      <p:sp>
        <p:nvSpPr>
          <p:cNvPr id="3" name="Abgerundetes Rechteck 1">
            <a:extLst>
              <a:ext uri="{FF2B5EF4-FFF2-40B4-BE49-F238E27FC236}">
                <a16:creationId xmlns:a16="http://schemas.microsoft.com/office/drawing/2014/main" id="{1BF7B0C7-C035-EDC4-A5A5-38FA662A50CB}"/>
              </a:ext>
            </a:extLst>
          </p:cNvPr>
          <p:cNvSpPr/>
          <p:nvPr/>
        </p:nvSpPr>
        <p:spPr>
          <a:xfrm>
            <a:off x="3948209" y="44523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4" name="Abgerundetes Rechteck 89">
            <a:extLst>
              <a:ext uri="{FF2B5EF4-FFF2-40B4-BE49-F238E27FC236}">
                <a16:creationId xmlns:a16="http://schemas.microsoft.com/office/drawing/2014/main" id="{F5D59B44-CB14-67F0-20C5-ACCAF184B883}"/>
              </a:ext>
            </a:extLst>
          </p:cNvPr>
          <p:cNvSpPr/>
          <p:nvPr/>
        </p:nvSpPr>
        <p:spPr>
          <a:xfrm>
            <a:off x="5261979" y="44523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5" name="Abgerundetes Rechteck 89">
            <a:extLst>
              <a:ext uri="{FF2B5EF4-FFF2-40B4-BE49-F238E27FC236}">
                <a16:creationId xmlns:a16="http://schemas.microsoft.com/office/drawing/2014/main" id="{8F5F84FA-D2F7-C600-8619-56AF7ACD6C71}"/>
              </a:ext>
            </a:extLst>
          </p:cNvPr>
          <p:cNvSpPr/>
          <p:nvPr/>
        </p:nvSpPr>
        <p:spPr>
          <a:xfrm>
            <a:off x="5261979" y="52209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59CC3A51-9675-E814-FB2A-C82701D4519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485508" y="4675101"/>
            <a:ext cx="77647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EB90D8E-03EF-CF39-8569-44C6FEF86572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4485508" y="4675101"/>
            <a:ext cx="776471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bgerundetes Rechteck 1">
            <a:extLst>
              <a:ext uri="{FF2B5EF4-FFF2-40B4-BE49-F238E27FC236}">
                <a16:creationId xmlns:a16="http://schemas.microsoft.com/office/drawing/2014/main" id="{10DBFF78-674F-9679-222C-88FBF2D51258}"/>
              </a:ext>
            </a:extLst>
          </p:cNvPr>
          <p:cNvSpPr/>
          <p:nvPr/>
        </p:nvSpPr>
        <p:spPr>
          <a:xfrm>
            <a:off x="10110884" y="4452315"/>
            <a:ext cx="537299" cy="445572"/>
          </a:xfrm>
          <a:prstGeom prst="round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 dirty="0">
                <a:solidFill>
                  <a:prstClr val="white"/>
                </a:solidFill>
                <a:latin typeface="Calibri" panose="020F0502020204030204"/>
              </a:rPr>
              <a:t>CC</a:t>
            </a:r>
          </a:p>
        </p:txBody>
      </p:sp>
      <p:sp>
        <p:nvSpPr>
          <p:cNvPr id="9" name="Abgerundetes Rechteck 89">
            <a:extLst>
              <a:ext uri="{FF2B5EF4-FFF2-40B4-BE49-F238E27FC236}">
                <a16:creationId xmlns:a16="http://schemas.microsoft.com/office/drawing/2014/main" id="{A80590A6-8ADD-F0C4-D73B-CE545C61CE04}"/>
              </a:ext>
            </a:extLst>
          </p:cNvPr>
          <p:cNvSpPr/>
          <p:nvPr/>
        </p:nvSpPr>
        <p:spPr>
          <a:xfrm>
            <a:off x="8157579" y="44523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#1</a:t>
            </a:r>
          </a:p>
        </p:txBody>
      </p:sp>
      <p:sp>
        <p:nvSpPr>
          <p:cNvPr id="10" name="Abgerundetes Rechteck 89">
            <a:extLst>
              <a:ext uri="{FF2B5EF4-FFF2-40B4-BE49-F238E27FC236}">
                <a16:creationId xmlns:a16="http://schemas.microsoft.com/office/drawing/2014/main" id="{12A1E1B1-7854-A227-CF08-1CEA651B6E23}"/>
              </a:ext>
            </a:extLst>
          </p:cNvPr>
          <p:cNvSpPr/>
          <p:nvPr/>
        </p:nvSpPr>
        <p:spPr>
          <a:xfrm>
            <a:off x="8157579" y="52209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#2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E58A9D4C-86C6-52F7-D75B-9F450E6787F1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9319032" y="4675101"/>
            <a:ext cx="79185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3089569-9240-B13D-C5B1-61DA92B0171A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flipH="1">
            <a:off x="9319032" y="4675101"/>
            <a:ext cx="791852" cy="76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3A2826E-51F7-94E4-218B-E387069259FF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6423432" y="4675101"/>
            <a:ext cx="173414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EB23EC17-9D76-4863-FAAF-400083AC7C16}"/>
              </a:ext>
            </a:extLst>
          </p:cNvPr>
          <p:cNvSpPr/>
          <p:nvPr/>
        </p:nvSpPr>
        <p:spPr>
          <a:xfrm>
            <a:off x="2638581" y="6743305"/>
            <a:ext cx="573690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</a:t>
            </a:r>
          </a:p>
        </p:txBody>
      </p:sp>
      <p:sp>
        <p:nvSpPr>
          <p:cNvPr id="19" name="Abgerundetes Rechteck 89">
            <a:extLst>
              <a:ext uri="{FF2B5EF4-FFF2-40B4-BE49-F238E27FC236}">
                <a16:creationId xmlns:a16="http://schemas.microsoft.com/office/drawing/2014/main" id="{E319F251-EE97-9A9F-3825-840A34468CCE}"/>
              </a:ext>
            </a:extLst>
          </p:cNvPr>
          <p:cNvSpPr/>
          <p:nvPr/>
        </p:nvSpPr>
        <p:spPr>
          <a:xfrm>
            <a:off x="11403071" y="6090615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#3</a:t>
            </a:r>
          </a:p>
        </p:txBody>
      </p:sp>
      <p:sp>
        <p:nvSpPr>
          <p:cNvPr id="20" name="Abgerundetes Rechteck 89">
            <a:extLst>
              <a:ext uri="{FF2B5EF4-FFF2-40B4-BE49-F238E27FC236}">
                <a16:creationId xmlns:a16="http://schemas.microsoft.com/office/drawing/2014/main" id="{43597F37-F129-7CE9-5051-1461529E3BCB}"/>
              </a:ext>
            </a:extLst>
          </p:cNvPr>
          <p:cNvSpPr/>
          <p:nvPr/>
        </p:nvSpPr>
        <p:spPr>
          <a:xfrm>
            <a:off x="11403070" y="6859241"/>
            <a:ext cx="1161453" cy="445572"/>
          </a:xfrm>
          <a:prstGeom prst="round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rgbClr val="4472C4">
                <a:lumMod val="75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r>
              <a:rPr lang="de-DE" sz="1050" kern="0">
                <a:solidFill>
                  <a:prstClr val="white"/>
                </a:solidFill>
                <a:latin typeface="Calibri" panose="020F0502020204030204"/>
              </a:rPr>
              <a:t>AirInterface #4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16CD36AC-0708-C511-D60E-4B2394EF59F6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10648183" y="4675101"/>
            <a:ext cx="754887" cy="24069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102564F-4134-7B6A-85EE-7F68C97BBEC4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0648183" y="4675101"/>
            <a:ext cx="754888" cy="163830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feil: nach rechts 31">
            <a:extLst>
              <a:ext uri="{FF2B5EF4-FFF2-40B4-BE49-F238E27FC236}">
                <a16:creationId xmlns:a16="http://schemas.microsoft.com/office/drawing/2014/main" id="{878027C9-7DEF-A0D4-3C78-E16E6DA6A021}"/>
              </a:ext>
            </a:extLst>
          </p:cNvPr>
          <p:cNvSpPr/>
          <p:nvPr/>
        </p:nvSpPr>
        <p:spPr>
          <a:xfrm>
            <a:off x="13220700" y="6591300"/>
            <a:ext cx="693420" cy="2679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43E39D7-8EAF-109B-5433-837A658812F4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6423432" y="4675101"/>
            <a:ext cx="1734147" cy="76862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9C83D6A-5F17-5896-6819-63820A809944}"/>
              </a:ext>
            </a:extLst>
          </p:cNvPr>
          <p:cNvCxnSpPr>
            <a:cxnSpLocks/>
            <a:stCxn id="4" idx="3"/>
            <a:endCxn id="19" idx="3"/>
          </p:cNvCxnSpPr>
          <p:nvPr/>
        </p:nvCxnSpPr>
        <p:spPr>
          <a:xfrm>
            <a:off x="6423432" y="4675101"/>
            <a:ext cx="6141092" cy="163830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F2ACD0A-3ED8-2289-8598-F198BE02EC6C}"/>
              </a:ext>
            </a:extLst>
          </p:cNvPr>
          <p:cNvCxnSpPr>
            <a:cxnSpLocks/>
            <a:stCxn id="4" idx="3"/>
            <a:endCxn id="20" idx="3"/>
          </p:cNvCxnSpPr>
          <p:nvPr/>
        </p:nvCxnSpPr>
        <p:spPr>
          <a:xfrm>
            <a:off x="6423432" y="4675101"/>
            <a:ext cx="6141091" cy="240692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6BA6001F-9DBE-AB9A-A433-635195831C64}"/>
              </a:ext>
            </a:extLst>
          </p:cNvPr>
          <p:cNvSpPr txBox="1"/>
          <p:nvPr/>
        </p:nvSpPr>
        <p:spPr>
          <a:xfrm>
            <a:off x="8522541" y="409865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38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DD0BFAC1-E896-C7F5-BD64-3AA661457506}"/>
              </a:ext>
            </a:extLst>
          </p:cNvPr>
          <p:cNvSpPr txBox="1"/>
          <p:nvPr/>
        </p:nvSpPr>
        <p:spPr>
          <a:xfrm>
            <a:off x="5626941" y="412926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38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A7BB45FC-95BD-0D31-838A-A4ACF981606C}"/>
              </a:ext>
            </a:extLst>
          </p:cNvPr>
          <p:cNvSpPr txBox="1"/>
          <p:nvPr/>
        </p:nvSpPr>
        <p:spPr>
          <a:xfrm>
            <a:off x="11780917" y="572128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15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56A1BDC-E444-75BD-0D0C-967F1E9D4B0F}"/>
              </a:ext>
            </a:extLst>
          </p:cNvPr>
          <p:cNvSpPr txBox="1"/>
          <p:nvPr/>
        </p:nvSpPr>
        <p:spPr>
          <a:xfrm>
            <a:off x="11780917" y="655863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15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686B2775-8C3C-EFBC-2515-6BFE9AE70BB2}"/>
              </a:ext>
            </a:extLst>
          </p:cNvPr>
          <p:cNvCxnSpPr>
            <a:cxnSpLocks/>
          </p:cNvCxnSpPr>
          <p:nvPr/>
        </p:nvCxnSpPr>
        <p:spPr>
          <a:xfrm flipV="1">
            <a:off x="9963644" y="5752716"/>
            <a:ext cx="300496" cy="1175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40069D9A-0E12-C740-139A-BB957AEA6F18}"/>
              </a:ext>
            </a:extLst>
          </p:cNvPr>
          <p:cNvSpPr/>
          <p:nvPr/>
        </p:nvSpPr>
        <p:spPr>
          <a:xfrm>
            <a:off x="6100910" y="6592157"/>
            <a:ext cx="1300608" cy="31086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90%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85%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89C5F958-79E0-729F-B3A5-FC795D0ED8C6}"/>
              </a:ext>
            </a:extLst>
          </p:cNvPr>
          <p:cNvCxnSpPr>
            <a:cxnSpLocks/>
          </p:cNvCxnSpPr>
          <p:nvPr/>
        </p:nvCxnSpPr>
        <p:spPr>
          <a:xfrm flipV="1">
            <a:off x="6531064" y="4700953"/>
            <a:ext cx="660180" cy="1879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B7F75F8E-EDD4-4824-1EB4-D414F77DAE06}"/>
              </a:ext>
            </a:extLst>
          </p:cNvPr>
          <p:cNvCxnSpPr/>
          <p:nvPr/>
        </p:nvCxnSpPr>
        <p:spPr>
          <a:xfrm>
            <a:off x="6423432" y="5441389"/>
            <a:ext cx="173414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7" name="Rechteck 56">
            <a:extLst>
              <a:ext uri="{FF2B5EF4-FFF2-40B4-BE49-F238E27FC236}">
                <a16:creationId xmlns:a16="http://schemas.microsoft.com/office/drawing/2014/main" id="{258C3A5D-42B1-B135-6B40-050577A86937}"/>
              </a:ext>
            </a:extLst>
          </p:cNvPr>
          <p:cNvSpPr/>
          <p:nvPr/>
        </p:nvSpPr>
        <p:spPr>
          <a:xfrm>
            <a:off x="7241033" y="6822329"/>
            <a:ext cx="1300608" cy="4167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85%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90%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E18155CB-B7E3-3EE0-A7A7-DD39601256DE}"/>
              </a:ext>
            </a:extLst>
          </p:cNvPr>
          <p:cNvCxnSpPr>
            <a:cxnSpLocks/>
          </p:cNvCxnSpPr>
          <p:nvPr/>
        </p:nvCxnSpPr>
        <p:spPr>
          <a:xfrm flipV="1">
            <a:off x="7692517" y="5462935"/>
            <a:ext cx="183266" cy="1212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A163372A-BB2B-3713-CE60-B7D4C29BDCA9}"/>
              </a:ext>
            </a:extLst>
          </p:cNvPr>
          <p:cNvSpPr/>
          <p:nvPr/>
        </p:nvSpPr>
        <p:spPr>
          <a:xfrm>
            <a:off x="3884266" y="4169274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mountNameA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11D85F74-10C7-3845-1CA5-22C58EACE11A}"/>
              </a:ext>
            </a:extLst>
          </p:cNvPr>
          <p:cNvSpPr/>
          <p:nvPr/>
        </p:nvSpPr>
        <p:spPr>
          <a:xfrm>
            <a:off x="9417153" y="7038022"/>
            <a:ext cx="846987" cy="35299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 : 0%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 : 0%</a:t>
            </a:r>
          </a:p>
          <a:p>
            <a:pPr defTabSz="914400"/>
            <a:endParaRPr lang="de-DE" sz="8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06672D64-F74A-AFA0-ED7D-AFD543B1FA60}"/>
              </a:ext>
            </a:extLst>
          </p:cNvPr>
          <p:cNvSpPr/>
          <p:nvPr/>
        </p:nvSpPr>
        <p:spPr>
          <a:xfrm>
            <a:off x="7003660" y="3690066"/>
            <a:ext cx="799220" cy="39594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305550001</a:t>
            </a:r>
          </a:p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305550002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8B2A5B61-DCA9-4729-7AFD-7407AF97F628}"/>
              </a:ext>
            </a:extLst>
          </p:cNvPr>
          <p:cNvSpPr/>
          <p:nvPr/>
        </p:nvSpPr>
        <p:spPr>
          <a:xfrm>
            <a:off x="10110884" y="4241031"/>
            <a:ext cx="754886" cy="2112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defTabSz="914400"/>
            <a:r>
              <a:rPr lang="de-DE" sz="800" kern="0">
                <a:solidFill>
                  <a:prstClr val="black"/>
                </a:solidFill>
                <a:latin typeface="Calibri" panose="020F0502020204030204"/>
              </a:rPr>
              <a:t>mountNameB</a:t>
            </a:r>
          </a:p>
        </p:txBody>
      </p:sp>
    </p:spTree>
    <p:extLst>
      <p:ext uri="{BB962C8B-B14F-4D97-AF65-F5344CB8AC3E}">
        <p14:creationId xmlns:p14="http://schemas.microsoft.com/office/powerpoint/2010/main" val="183906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4C4CC439-6463-F6FA-39DB-A8ECC280B654}"/>
              </a:ext>
            </a:extLst>
          </p:cNvPr>
          <p:cNvSpPr/>
          <p:nvPr/>
        </p:nvSpPr>
        <p:spPr>
          <a:xfrm>
            <a:off x="1684020" y="784860"/>
            <a:ext cx="1714500" cy="289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9C12F62-62FE-AA99-2D4E-6881D23EE35E}"/>
              </a:ext>
            </a:extLst>
          </p:cNvPr>
          <p:cNvSpPr txBox="1"/>
          <p:nvPr/>
        </p:nvSpPr>
        <p:spPr>
          <a:xfrm>
            <a:off x="7505700" y="268300"/>
            <a:ext cx="2110740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de-DE" sz="11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Interpretation</a:t>
            </a:r>
            <a:endParaRPr lang="de-DE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7572A14-6FE2-CF4D-7E35-C8906EE5E48C}"/>
              </a:ext>
            </a:extLst>
          </p:cNvPr>
          <p:cNvSpPr txBox="1"/>
          <p:nvPr/>
        </p:nvSpPr>
        <p:spPr>
          <a:xfrm>
            <a:off x="3398520" y="828980"/>
            <a:ext cx="4491990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de-DE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/v1/remove-planned-microwave-link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8959C0D-EC49-453D-3DDB-DAC90831F584}"/>
              </a:ext>
            </a:extLst>
          </p:cNvPr>
          <p:cNvSpPr txBox="1"/>
          <p:nvPr/>
        </p:nvSpPr>
        <p:spPr>
          <a:xfrm>
            <a:off x="8450580" y="705088"/>
            <a:ext cx="23278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Deletes Link object from Candidate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4F8D2DE-D903-9367-7B09-F26182553439}"/>
              </a:ext>
            </a:extLst>
          </p:cNvPr>
          <p:cNvSpPr txBox="1"/>
          <p:nvPr/>
        </p:nvSpPr>
        <p:spPr>
          <a:xfrm>
            <a:off x="7505700" y="1074420"/>
            <a:ext cx="2714625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de-DE" sz="11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Validation</a:t>
            </a:r>
            <a:endParaRPr lang="de-DE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8C3902C-0F8D-C63F-B9B4-002B46D94C39}"/>
              </a:ext>
            </a:extLst>
          </p:cNvPr>
          <p:cNvSpPr txBox="1"/>
          <p:nvPr/>
        </p:nvSpPr>
        <p:spPr>
          <a:xfrm>
            <a:off x="8561070" y="1594180"/>
            <a:ext cx="16642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Maybe no validation test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4BFC648-8762-C533-635C-0055599EF5AE}"/>
              </a:ext>
            </a:extLst>
          </p:cNvPr>
          <p:cNvSpPr txBox="1"/>
          <p:nvPr/>
        </p:nvSpPr>
        <p:spPr>
          <a:xfrm>
            <a:off x="8561070" y="2171604"/>
            <a:ext cx="36006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Copying into Running (Deletes Link object from Running)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DBED7AA-469C-7ADB-0EB2-2CCE7A579F1C}"/>
              </a:ext>
            </a:extLst>
          </p:cNvPr>
          <p:cNvCxnSpPr/>
          <p:nvPr/>
        </p:nvCxnSpPr>
        <p:spPr>
          <a:xfrm flipH="1">
            <a:off x="4328160" y="2689860"/>
            <a:ext cx="71055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6FAED6F7-00F3-6D6B-CEE6-F561E3CF98BD}"/>
              </a:ext>
            </a:extLst>
          </p:cNvPr>
          <p:cNvSpPr txBox="1"/>
          <p:nvPr/>
        </p:nvSpPr>
        <p:spPr>
          <a:xfrm>
            <a:off x="7396969" y="2617040"/>
            <a:ext cx="8980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somewhen later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AE4A20A-5B88-6849-2B78-06E1B3234EAF}"/>
              </a:ext>
            </a:extLst>
          </p:cNvPr>
          <p:cNvSpPr txBox="1"/>
          <p:nvPr/>
        </p:nvSpPr>
        <p:spPr>
          <a:xfrm>
            <a:off x="8561070" y="3363704"/>
            <a:ext cx="3667125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 device data from MWDI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B8B16F5-8550-484E-5A90-17C3A2A2247B}"/>
              </a:ext>
            </a:extLst>
          </p:cNvPr>
          <p:cNvSpPr txBox="1"/>
          <p:nvPr/>
        </p:nvSpPr>
        <p:spPr>
          <a:xfrm>
            <a:off x="8561070" y="3822698"/>
            <a:ext cx="8012430" cy="1520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 Link objects in OperationalDS</a:t>
            </a:r>
          </a:p>
          <a:p>
            <a:pPr>
              <a:lnSpc>
                <a:spcPts val="1425"/>
              </a:lnSpc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(idempotent function. </a:t>
            </a:r>
          </a:p>
          <a:p>
            <a:pPr>
              <a:lnSpc>
                <a:spcPts val="1425"/>
              </a:lnSpc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means: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it calculates all potential connections =&gt; all Link objects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if some Link object already exists between two AirInterfaces in OperationalDS, it does not touch it</a:t>
            </a:r>
          </a:p>
          <a:p>
            <a:pPr marL="171450" indent="-171450">
              <a:lnSpc>
                <a:spcPts val="1425"/>
              </a:lnSpc>
              <a:buFontTx/>
              <a:buChar char="-"/>
            </a:pPr>
            <a:r>
              <a:rPr lang="en-US" sz="1100">
                <a:solidFill>
                  <a:srgbClr val="000000"/>
                </a:solidFill>
                <a:latin typeface="Consolas" panose="020B0609020204030204" pitchFamily="49" charset="0"/>
              </a:rPr>
              <a:t>if some Link object doesn’t exist, it creates it</a:t>
            </a:r>
          </a:p>
          <a:p>
            <a:pPr>
              <a:lnSpc>
                <a:spcPts val="1425"/>
              </a:lnSpc>
            </a:pPr>
            <a:endParaRPr lang="en-US" sz="11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 results in Link objects between all AirInterface LTPs that are existing on the device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94E9D90-1B16-9893-648E-AF6BEB9DC72C}"/>
              </a:ext>
            </a:extLst>
          </p:cNvPr>
          <p:cNvSpPr txBox="1"/>
          <p:nvPr/>
        </p:nvSpPr>
        <p:spPr>
          <a:xfrm>
            <a:off x="7625715" y="2982078"/>
            <a:ext cx="162496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defRPr sz="1100" b="1">
                <a:solidFill>
                  <a:srgbClr val="80000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de-DE"/>
              <a:t>Measurement</a:t>
            </a:r>
          </a:p>
        </p:txBody>
      </p:sp>
      <p:sp>
        <p:nvSpPr>
          <p:cNvPr id="23" name="Denkblase: wolkenförmig 22">
            <a:extLst>
              <a:ext uri="{FF2B5EF4-FFF2-40B4-BE49-F238E27FC236}">
                <a16:creationId xmlns:a16="http://schemas.microsoft.com/office/drawing/2014/main" id="{E3EF954D-C565-4070-B2AE-33B1481B495C}"/>
              </a:ext>
            </a:extLst>
          </p:cNvPr>
          <p:cNvSpPr/>
          <p:nvPr/>
        </p:nvSpPr>
        <p:spPr>
          <a:xfrm>
            <a:off x="13677900" y="2997313"/>
            <a:ext cx="2659380" cy="573726"/>
          </a:xfrm>
          <a:prstGeom prst="cloudCallout">
            <a:avLst>
              <a:gd name="adj1" fmla="val -26908"/>
              <a:gd name="adj2" fmla="val 7637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/>
              <a:t>Which pairs of CCs have  to be considdered while creating the Link objects?</a:t>
            </a:r>
          </a:p>
        </p:txBody>
      </p:sp>
    </p:spTree>
    <p:extLst>
      <p:ext uri="{BB962C8B-B14F-4D97-AF65-F5344CB8AC3E}">
        <p14:creationId xmlns:p14="http://schemas.microsoft.com/office/powerpoint/2010/main" val="1937595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EF2D432-777C-323E-DB8C-C2FBEDAB8FE1}"/>
              </a:ext>
            </a:extLst>
          </p:cNvPr>
          <p:cNvSpPr/>
          <p:nvPr/>
        </p:nvSpPr>
        <p:spPr>
          <a:xfrm>
            <a:off x="8740140" y="1211580"/>
            <a:ext cx="2209800" cy="861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#2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F01F890-E7B6-9F07-1788-F94FF4AEFCD7}"/>
              </a:ext>
            </a:extLst>
          </p:cNvPr>
          <p:cNvSpPr/>
          <p:nvPr/>
        </p:nvSpPr>
        <p:spPr>
          <a:xfrm>
            <a:off x="10172700" y="2545080"/>
            <a:ext cx="830580" cy="464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772A877-3FDC-6C96-2723-A1022F0913CA}"/>
              </a:ext>
            </a:extLst>
          </p:cNvPr>
          <p:cNvSpPr/>
          <p:nvPr/>
        </p:nvSpPr>
        <p:spPr>
          <a:xfrm>
            <a:off x="10172700" y="3398520"/>
            <a:ext cx="830580" cy="464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B54169F-B176-CF55-0C3A-5CD440DB463A}"/>
              </a:ext>
            </a:extLst>
          </p:cNvPr>
          <p:cNvSpPr/>
          <p:nvPr/>
        </p:nvSpPr>
        <p:spPr>
          <a:xfrm>
            <a:off x="8740140" y="4267200"/>
            <a:ext cx="830580" cy="46482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6906F06-0FCF-DFAB-00C7-5F2F324F0D43}"/>
              </a:ext>
            </a:extLst>
          </p:cNvPr>
          <p:cNvSpPr/>
          <p:nvPr/>
        </p:nvSpPr>
        <p:spPr>
          <a:xfrm>
            <a:off x="1706880" y="1211580"/>
            <a:ext cx="2209800" cy="86106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#1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DE4EE70-9C7A-3C4D-F68F-08E57B85C418}"/>
              </a:ext>
            </a:extLst>
          </p:cNvPr>
          <p:cNvSpPr/>
          <p:nvPr/>
        </p:nvSpPr>
        <p:spPr>
          <a:xfrm>
            <a:off x="3139440" y="2545080"/>
            <a:ext cx="830580" cy="46482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399D1A4-BB49-7095-51B8-39280FA8DE61}"/>
              </a:ext>
            </a:extLst>
          </p:cNvPr>
          <p:cNvCxnSpPr>
            <a:stCxn id="3" idx="3"/>
          </p:cNvCxnSpPr>
          <p:nvPr/>
        </p:nvCxnSpPr>
        <p:spPr>
          <a:xfrm flipV="1">
            <a:off x="11003280" y="2545080"/>
            <a:ext cx="3726180" cy="232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A4345C1-3D73-65DB-1695-ED7E2D6FE0B1}"/>
              </a:ext>
            </a:extLst>
          </p:cNvPr>
          <p:cNvCxnSpPr/>
          <p:nvPr/>
        </p:nvCxnSpPr>
        <p:spPr>
          <a:xfrm flipV="1">
            <a:off x="10998835" y="3366135"/>
            <a:ext cx="3726180" cy="232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6864117-26E9-436C-1064-A50C1455DA40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3916680" y="1621155"/>
            <a:ext cx="4823460" cy="2095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009753A-AD17-33B6-230E-38A6FDFF1E05}"/>
              </a:ext>
            </a:extLst>
          </p:cNvPr>
          <p:cNvCxnSpPr>
            <a:cxnSpLocks/>
          </p:cNvCxnSpPr>
          <p:nvPr/>
        </p:nvCxnSpPr>
        <p:spPr>
          <a:xfrm>
            <a:off x="10949940" y="1643062"/>
            <a:ext cx="4823460" cy="209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18BEF5AD-AB51-9D75-65FB-9B1EE7FC9C01}"/>
              </a:ext>
            </a:extLst>
          </p:cNvPr>
          <p:cNvSpPr txBox="1"/>
          <p:nvPr/>
        </p:nvSpPr>
        <p:spPr>
          <a:xfrm flipH="1">
            <a:off x="5509258" y="1322190"/>
            <a:ext cx="723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FC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7C2953-97A8-1379-1729-3E3B1C824339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3970020" y="2777490"/>
            <a:ext cx="4770120" cy="172212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4574A593-CCAE-BE75-0924-36A1D752DBD3}"/>
              </a:ext>
            </a:extLst>
          </p:cNvPr>
          <p:cNvSpPr txBox="1"/>
          <p:nvPr/>
        </p:nvSpPr>
        <p:spPr>
          <a:xfrm flipH="1">
            <a:off x="5871208" y="3113008"/>
            <a:ext cx="723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linkId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05B3F96-D6C1-5468-E91A-DE20FB4502EB}"/>
              </a:ext>
            </a:extLst>
          </p:cNvPr>
          <p:cNvSpPr txBox="1"/>
          <p:nvPr/>
        </p:nvSpPr>
        <p:spPr>
          <a:xfrm flipH="1">
            <a:off x="3299458" y="2661285"/>
            <a:ext cx="723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linkId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BEE1E61-27C1-E3CF-E754-8023DEA052E3}"/>
              </a:ext>
            </a:extLst>
          </p:cNvPr>
          <p:cNvSpPr txBox="1"/>
          <p:nvPr/>
        </p:nvSpPr>
        <p:spPr>
          <a:xfrm flipH="1">
            <a:off x="8793479" y="4364593"/>
            <a:ext cx="723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linkId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2AE61ED-C254-C6C4-0FFF-E847F1299C42}"/>
              </a:ext>
            </a:extLst>
          </p:cNvPr>
          <p:cNvSpPr txBox="1"/>
          <p:nvPr/>
        </p:nvSpPr>
        <p:spPr>
          <a:xfrm flipH="1">
            <a:off x="1946906" y="1138477"/>
            <a:ext cx="1714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mountName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EBDC1F1-222E-72B5-CDB6-55A812BA56A1}"/>
              </a:ext>
            </a:extLst>
          </p:cNvPr>
          <p:cNvSpPr txBox="1"/>
          <p:nvPr/>
        </p:nvSpPr>
        <p:spPr>
          <a:xfrm flipH="1">
            <a:off x="8850625" y="1138477"/>
            <a:ext cx="1714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mountName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0860111-5B65-DEAC-DCB8-260660CBA2BF}"/>
              </a:ext>
            </a:extLst>
          </p:cNvPr>
          <p:cNvSpPr/>
          <p:nvPr/>
        </p:nvSpPr>
        <p:spPr>
          <a:xfrm>
            <a:off x="3230879" y="6337697"/>
            <a:ext cx="1371602" cy="5257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target state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1AB10A0-CB0C-BE7A-416D-B5B67D49DCA5}"/>
              </a:ext>
            </a:extLst>
          </p:cNvPr>
          <p:cNvSpPr/>
          <p:nvPr/>
        </p:nvSpPr>
        <p:spPr>
          <a:xfrm>
            <a:off x="6088379" y="6337697"/>
            <a:ext cx="1371602" cy="5257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implementatio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77A561C7-95ED-C6C8-6B49-97068022C0A4}"/>
              </a:ext>
            </a:extLst>
          </p:cNvPr>
          <p:cNvCxnSpPr>
            <a:cxnSpLocks/>
          </p:cNvCxnSpPr>
          <p:nvPr/>
        </p:nvCxnSpPr>
        <p:spPr>
          <a:xfrm>
            <a:off x="2398395" y="4673024"/>
            <a:ext cx="1638301" cy="164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C82B8FD-F2EE-DF14-ACDC-8E9C1D142946}"/>
              </a:ext>
            </a:extLst>
          </p:cNvPr>
          <p:cNvCxnSpPr/>
          <p:nvPr/>
        </p:nvCxnSpPr>
        <p:spPr>
          <a:xfrm>
            <a:off x="2125981" y="4650461"/>
            <a:ext cx="1638301" cy="164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D87108AD-61E2-6595-B627-DDBDE4F6A5D4}"/>
              </a:ext>
            </a:extLst>
          </p:cNvPr>
          <p:cNvCxnSpPr/>
          <p:nvPr/>
        </p:nvCxnSpPr>
        <p:spPr>
          <a:xfrm>
            <a:off x="1844040" y="4762500"/>
            <a:ext cx="1638301" cy="164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2258B905-29B8-23A2-6454-BD2EDBBE144C}"/>
              </a:ext>
            </a:extLst>
          </p:cNvPr>
          <p:cNvCxnSpPr/>
          <p:nvPr/>
        </p:nvCxnSpPr>
        <p:spPr>
          <a:xfrm>
            <a:off x="1565911" y="4893945"/>
            <a:ext cx="1638301" cy="164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51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8697A11-9A3A-CE48-CFDD-088C81665358}"/>
              </a:ext>
            </a:extLst>
          </p:cNvPr>
          <p:cNvSpPr txBox="1"/>
          <p:nvPr/>
        </p:nvSpPr>
        <p:spPr>
          <a:xfrm>
            <a:off x="1577340" y="449580"/>
            <a:ext cx="11643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Situation:</a:t>
            </a:r>
          </a:p>
          <a:p>
            <a:pPr marL="285750" indent="-285750">
              <a:buFontTx/>
              <a:buChar char="-"/>
            </a:pPr>
            <a:r>
              <a:rPr lang="de-DE"/>
              <a:t>two links between same two devices</a:t>
            </a:r>
          </a:p>
          <a:p>
            <a:pPr marL="285750" indent="-285750">
              <a:buFontTx/>
              <a:buChar char="-"/>
            </a:pPr>
            <a:r>
              <a:rPr lang="de-DE"/>
              <a:t>first round of calculation of distribution of LinkID lead to wrong result</a:t>
            </a:r>
          </a:p>
          <a:p>
            <a:pPr marL="285750" indent="-285750">
              <a:buFontTx/>
              <a:buChar char="-"/>
            </a:pPr>
            <a:r>
              <a:rPr lang="de-DE"/>
              <a:t>LinkIDs in LTP::externalLabel habe to be flipped</a:t>
            </a:r>
          </a:p>
          <a:p>
            <a:pPr marL="285750" indent="-285750">
              <a:buFontTx/>
              <a:buChar char="-"/>
            </a:pPr>
            <a:r>
              <a:rPr lang="de-DE"/>
              <a:t>Validation of writing one correct value into one LTP fails, because same LinkID being configured twice</a:t>
            </a:r>
          </a:p>
          <a:p>
            <a:pPr marL="285750" indent="-285750">
              <a:buFontTx/>
              <a:buChar char="-"/>
            </a:pPr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315B8D1-214B-B974-A7B7-4D92E2AD8D50}"/>
              </a:ext>
            </a:extLst>
          </p:cNvPr>
          <p:cNvSpPr txBox="1"/>
          <p:nvPr/>
        </p:nvSpPr>
        <p:spPr>
          <a:xfrm>
            <a:off x="1851660" y="2788920"/>
            <a:ext cx="122859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If ErrorCode 111 says that LinkID from Link::calculatedLinkId has to be written to LTP::externalLabel, this leads to deadlock</a:t>
            </a:r>
          </a:p>
          <a:p>
            <a:endParaRPr lang="de-DE"/>
          </a:p>
          <a:p>
            <a:r>
              <a:rPr lang="de-DE"/>
              <a:t>If ErrorCode 111 says that LinkID in LTP::externalLabel is different from Link::calculatedLinkId and needs to be deleted </a:t>
            </a:r>
          </a:p>
          <a:p>
            <a:r>
              <a:rPr lang="de-DE"/>
              <a:t>and ErrorCode 222 says that Link::calculatedLinkId is missing in LTP::externalLabel</a:t>
            </a:r>
          </a:p>
        </p:txBody>
      </p:sp>
    </p:spTree>
    <p:extLst>
      <p:ext uri="{BB962C8B-B14F-4D97-AF65-F5344CB8AC3E}">
        <p14:creationId xmlns:p14="http://schemas.microsoft.com/office/powerpoint/2010/main" val="27681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812</Words>
  <Application>Microsoft Office PowerPoint</Application>
  <PresentationFormat>Benutzerdefiniert</PresentationFormat>
  <Paragraphs>197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Consolas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98</cp:revision>
  <dcterms:created xsi:type="dcterms:W3CDTF">2025-01-24T13:53:29Z</dcterms:created>
  <dcterms:modified xsi:type="dcterms:W3CDTF">2025-05-09T05:24:48Z</dcterms:modified>
</cp:coreProperties>
</file>