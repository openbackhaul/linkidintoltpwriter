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"/>
  </p:notesMasterIdLst>
  <p:sldIdLst>
    <p:sldId id="305" r:id="rId2"/>
    <p:sldId id="302" r:id="rId3"/>
    <p:sldId id="303" r:id="rId4"/>
    <p:sldId id="304" r:id="rId5"/>
    <p:sldId id="306" r:id="rId6"/>
  </p:sldIdLst>
  <p:sldSz cx="233997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7" autoAdjust="0"/>
    <p:restoredTop sz="95950" autoAdjust="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3988" y="1143000"/>
            <a:ext cx="401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2945943"/>
            <a:ext cx="19889788" cy="6266897"/>
          </a:xfrm>
        </p:spPr>
        <p:txBody>
          <a:bodyPr anchor="b"/>
          <a:lstStyle>
            <a:lvl1pPr algn="ctr"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9454516"/>
            <a:ext cx="17549813" cy="4345992"/>
          </a:xfrm>
        </p:spPr>
        <p:txBody>
          <a:bodyPr/>
          <a:lstStyle>
            <a:lvl1pPr marL="0" indent="0" algn="ctr">
              <a:buNone/>
              <a:defRPr sz="6142"/>
            </a:lvl1pPr>
            <a:lvl2pPr marL="1169975" indent="0" algn="ctr">
              <a:buNone/>
              <a:defRPr sz="5118"/>
            </a:lvl2pPr>
            <a:lvl3pPr marL="2339950" indent="0" algn="ctr">
              <a:buNone/>
              <a:defRPr sz="4606"/>
            </a:lvl3pPr>
            <a:lvl4pPr marL="3509924" indent="0" algn="ctr">
              <a:buNone/>
              <a:defRPr sz="4094"/>
            </a:lvl4pPr>
            <a:lvl5pPr marL="4679899" indent="0" algn="ctr">
              <a:buNone/>
              <a:defRPr sz="4094"/>
            </a:lvl5pPr>
            <a:lvl6pPr marL="5849874" indent="0" algn="ctr">
              <a:buNone/>
              <a:defRPr sz="4094"/>
            </a:lvl6pPr>
            <a:lvl7pPr marL="7019849" indent="0" algn="ctr">
              <a:buNone/>
              <a:defRPr sz="4094"/>
            </a:lvl7pPr>
            <a:lvl8pPr marL="8189824" indent="0" algn="ctr">
              <a:buNone/>
              <a:defRPr sz="4094"/>
            </a:lvl8pPr>
            <a:lvl9pPr marL="9359798" indent="0" algn="ctr">
              <a:buNone/>
              <a:defRPr sz="409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33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2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4487671"/>
            <a:ext cx="20182284" cy="7487774"/>
          </a:xfrm>
        </p:spPr>
        <p:txBody>
          <a:bodyPr anchor="b"/>
          <a:lstStyle>
            <a:lvl1pPr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2046282"/>
            <a:ext cx="20182284" cy="3937644"/>
          </a:xfrm>
        </p:spPr>
        <p:txBody>
          <a:bodyPr/>
          <a:lstStyle>
            <a:lvl1pPr marL="0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1pPr>
            <a:lvl2pPr marL="1169975" indent="0">
              <a:buNone/>
              <a:defRPr sz="5118">
                <a:solidFill>
                  <a:schemeClr val="tx1">
                    <a:tint val="82000"/>
                  </a:schemeClr>
                </a:solidFill>
              </a:defRPr>
            </a:lvl2pPr>
            <a:lvl3pPr marL="233995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3pPr>
            <a:lvl4pPr marL="35099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4pPr>
            <a:lvl5pPr marL="467989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5pPr>
            <a:lvl6pPr marL="584987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6pPr>
            <a:lvl7pPr marL="701984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7pPr>
            <a:lvl8pPr marL="81898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8pPr>
            <a:lvl9pPr marL="9359798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2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58373"/>
            <a:ext cx="2018228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4412664"/>
            <a:ext cx="9899190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6575242"/>
            <a:ext cx="9899190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4412664"/>
            <a:ext cx="9947942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6575242"/>
            <a:ext cx="9947942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9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4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591766"/>
            <a:ext cx="11846123" cy="12792138"/>
          </a:xfrm>
        </p:spPr>
        <p:txBody>
          <a:bodyPr/>
          <a:lstStyle>
            <a:lvl1pPr>
              <a:defRPr sz="8189"/>
            </a:lvl1pPr>
            <a:lvl2pPr>
              <a:defRPr sz="7165"/>
            </a:lvl2pPr>
            <a:lvl3pPr>
              <a:defRPr sz="6142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41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591766"/>
            <a:ext cx="11846123" cy="12792138"/>
          </a:xfrm>
        </p:spPr>
        <p:txBody>
          <a:bodyPr anchor="t"/>
          <a:lstStyle>
            <a:lvl1pPr marL="0" indent="0">
              <a:buNone/>
              <a:defRPr sz="8189"/>
            </a:lvl1pPr>
            <a:lvl2pPr marL="1169975" indent="0">
              <a:buNone/>
              <a:defRPr sz="7165"/>
            </a:lvl2pPr>
            <a:lvl3pPr marL="2339950" indent="0">
              <a:buNone/>
              <a:defRPr sz="6142"/>
            </a:lvl3pPr>
            <a:lvl4pPr marL="3509924" indent="0">
              <a:buNone/>
              <a:defRPr sz="5118"/>
            </a:lvl4pPr>
            <a:lvl5pPr marL="4679899" indent="0">
              <a:buNone/>
              <a:defRPr sz="5118"/>
            </a:lvl5pPr>
            <a:lvl6pPr marL="5849874" indent="0">
              <a:buNone/>
              <a:defRPr sz="5118"/>
            </a:lvl6pPr>
            <a:lvl7pPr marL="7019849" indent="0">
              <a:buNone/>
              <a:defRPr sz="5118"/>
            </a:lvl7pPr>
            <a:lvl8pPr marL="8189824" indent="0">
              <a:buNone/>
              <a:defRPr sz="5118"/>
            </a:lvl8pPr>
            <a:lvl9pPr marL="9359798" indent="0">
              <a:buNone/>
              <a:defRPr sz="511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7" y="958369"/>
            <a:ext cx="5045571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958369"/>
            <a:ext cx="14844216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958373"/>
            <a:ext cx="2018228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4791843"/>
            <a:ext cx="2018228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02.05.2025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6683952"/>
            <a:ext cx="789741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339950" rtl="0" eaLnBrk="1" latinLnBrk="0" hangingPunct="1">
        <a:lnSpc>
          <a:spcPct val="90000"/>
        </a:lnSpc>
        <a:spcBef>
          <a:spcPct val="0"/>
        </a:spcBef>
        <a:buNone/>
        <a:defRPr sz="11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87" indent="-584987" algn="l" defTabSz="2339950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292493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88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83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478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5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89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84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798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hteck 217">
            <a:extLst>
              <a:ext uri="{FF2B5EF4-FFF2-40B4-BE49-F238E27FC236}">
                <a16:creationId xmlns:a16="http://schemas.microsoft.com/office/drawing/2014/main" id="{2C8F2BC9-51B6-D7C0-421E-11A9A43DA250}"/>
              </a:ext>
            </a:extLst>
          </p:cNvPr>
          <p:cNvSpPr/>
          <p:nvPr/>
        </p:nvSpPr>
        <p:spPr>
          <a:xfrm>
            <a:off x="1131324" y="960141"/>
            <a:ext cx="11063135" cy="7457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LILW-Domain</a:t>
            </a:r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C1EFB502-BFB0-C3A7-D252-FF3C381A4DB7}"/>
              </a:ext>
            </a:extLst>
          </p:cNvPr>
          <p:cNvSpPr/>
          <p:nvPr/>
        </p:nvSpPr>
        <p:spPr>
          <a:xfrm>
            <a:off x="1350398" y="3167003"/>
            <a:ext cx="10580285" cy="50115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3E682F4F-1921-DBCC-1F22-B788C655D5FB}"/>
              </a:ext>
            </a:extLst>
          </p:cNvPr>
          <p:cNvSpPr/>
          <p:nvPr/>
        </p:nvSpPr>
        <p:spPr>
          <a:xfrm>
            <a:off x="5932387" y="4671296"/>
            <a:ext cx="5725002" cy="32839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6549213" y="494084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6817863" y="5386418"/>
            <a:ext cx="0" cy="8377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8053809" y="4958769"/>
            <a:ext cx="2377663" cy="31483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local-id=[mountNameA/B] / [mountName]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3"/>
            <a:endCxn id="241" idx="1"/>
          </p:cNvCxnSpPr>
          <p:nvPr/>
        </p:nvCxnSpPr>
        <p:spPr>
          <a:xfrm flipV="1">
            <a:off x="7086512" y="5116185"/>
            <a:ext cx="967297" cy="474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58989" y="4676163"/>
            <a:ext cx="4363197" cy="328397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4443130" y="511618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807990" y="5100442"/>
            <a:ext cx="1756328" cy="5274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linktp[2] : [{local-id,_cc,_ltp}]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scores : [ { [LinkID],[candidateScore] } 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1"/>
            <a:endCxn id="93" idx="3"/>
          </p:cNvCxnSpPr>
          <p:nvPr/>
        </p:nvCxnSpPr>
        <p:spPr>
          <a:xfrm flipH="1">
            <a:off x="3564318" y="5338971"/>
            <a:ext cx="878812" cy="2518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  <a:endCxn id="25" idx="1"/>
          </p:cNvCxnSpPr>
          <p:nvPr/>
        </p:nvCxnSpPr>
        <p:spPr>
          <a:xfrm>
            <a:off x="4711780" y="5561757"/>
            <a:ext cx="1837433" cy="8851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6549214" y="338108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8053809" y="3422191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7086513" y="3590228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8053808" y="5447481"/>
            <a:ext cx="2377664" cy="209219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[airInterfaceUuid]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external-label = [calculatedLinkId] / [externalLabel]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upper-frequency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lower-frequency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band-position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bandwidth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minimum-modulation-scheme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maximum-modulation-scheme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clear-sky-modulation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slotName = [cardSlot]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modemName = [modemCard]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connectorName = [accessPort]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oduName = [oduProductCode] / [???]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6549213" y="622413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3"/>
            <a:endCxn id="14" idx="1"/>
          </p:cNvCxnSpPr>
          <p:nvPr/>
        </p:nvCxnSpPr>
        <p:spPr>
          <a:xfrm>
            <a:off x="7086512" y="6446921"/>
            <a:ext cx="967296" cy="4665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6549213" y="114260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6817863" y="1588176"/>
            <a:ext cx="1" cy="17929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7698508" y="114286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7697075" y="195877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7086512" y="1365390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7965725" y="1588435"/>
            <a:ext cx="1433" cy="37034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5395088" y="114327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3960838" y="1184678"/>
            <a:ext cx="722507" cy="4247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functionName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parameter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>
            <a:off x="4683345" y="1366057"/>
            <a:ext cx="711743" cy="309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5932387" y="1365390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9161732" y="1576130"/>
            <a:ext cx="1905036" cy="105653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_affected-link=[LinkId]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priority-band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affected-cc/ltp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error-message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 flipV="1">
            <a:off x="8234374" y="2104399"/>
            <a:ext cx="927358" cy="771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D9C5C64-6EB4-4477-702C-4A3C3F24EDF8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flipH="1">
            <a:off x="6817863" y="3826654"/>
            <a:ext cx="1" cy="11141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1" name="Verbinder: gewinkelt 200">
            <a:extLst>
              <a:ext uri="{FF2B5EF4-FFF2-40B4-BE49-F238E27FC236}">
                <a16:creationId xmlns:a16="http://schemas.microsoft.com/office/drawing/2014/main" id="{F434A457-560C-5719-70F2-1BF2B3AF29BE}"/>
              </a:ext>
            </a:extLst>
          </p:cNvPr>
          <p:cNvCxnSpPr>
            <a:cxnSpLocks/>
            <a:stCxn id="117" idx="2"/>
            <a:endCxn id="87" idx="0"/>
          </p:cNvCxnSpPr>
          <p:nvPr/>
        </p:nvCxnSpPr>
        <p:spPr>
          <a:xfrm rot="5400000">
            <a:off x="5120057" y="3418377"/>
            <a:ext cx="1289531" cy="210608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Abgerundetes Rechteck 1">
            <a:extLst>
              <a:ext uri="{FF2B5EF4-FFF2-40B4-BE49-F238E27FC236}">
                <a16:creationId xmlns:a16="http://schemas.microsoft.com/office/drawing/2014/main" id="{16CB4612-BCB1-A6DF-59CB-794258BA362B}"/>
              </a:ext>
            </a:extLst>
          </p:cNvPr>
          <p:cNvSpPr/>
          <p:nvPr/>
        </p:nvSpPr>
        <p:spPr>
          <a:xfrm>
            <a:off x="4064944" y="373787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BEA8A2B-B8AA-E95F-B632-8E402E9B8AD7}"/>
              </a:ext>
            </a:extLst>
          </p:cNvPr>
          <p:cNvCxnSpPr>
            <a:stCxn id="5" idx="3"/>
            <a:endCxn id="216" idx="0"/>
          </p:cNvCxnSpPr>
          <p:nvPr/>
        </p:nvCxnSpPr>
        <p:spPr>
          <a:xfrm>
            <a:off x="4602243" y="3960658"/>
            <a:ext cx="2215620" cy="9801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A85ACDB-25C3-D368-D668-4EAE1E2902B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333594" y="4183444"/>
            <a:ext cx="268649" cy="98018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84103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hteck 217">
            <a:extLst>
              <a:ext uri="{FF2B5EF4-FFF2-40B4-BE49-F238E27FC236}">
                <a16:creationId xmlns:a16="http://schemas.microsoft.com/office/drawing/2014/main" id="{2C8F2BC9-51B6-D7C0-421E-11A9A43DA250}"/>
              </a:ext>
            </a:extLst>
          </p:cNvPr>
          <p:cNvSpPr/>
          <p:nvPr/>
        </p:nvSpPr>
        <p:spPr>
          <a:xfrm>
            <a:off x="1548387" y="128835"/>
            <a:ext cx="15456877" cy="8679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LILW-Domain</a:t>
            </a:r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C1EFB502-BFB0-C3A7-D252-FF3C381A4DB7}"/>
              </a:ext>
            </a:extLst>
          </p:cNvPr>
          <p:cNvSpPr/>
          <p:nvPr/>
        </p:nvSpPr>
        <p:spPr>
          <a:xfrm>
            <a:off x="1794584" y="2341094"/>
            <a:ext cx="14929326" cy="621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3E682F4F-1921-DBCC-1F22-B788C655D5FB}"/>
              </a:ext>
            </a:extLst>
          </p:cNvPr>
          <p:cNvSpPr/>
          <p:nvPr/>
        </p:nvSpPr>
        <p:spPr>
          <a:xfrm>
            <a:off x="3968228" y="3845387"/>
            <a:ext cx="12482387" cy="44681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9580314" y="41149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9848964" y="4560509"/>
            <a:ext cx="0" cy="8377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7150414" y="66461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[*]</a:t>
            </a:r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4247720" y="6983494"/>
            <a:ext cx="2329089" cy="112003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0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upper-frequency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lower-frequency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band-position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bandwidth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minimum-modulation-scheme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maximum-modulation-scheme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clear-sky-modulation = [planning] / [live]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6576809" y="6868917"/>
            <a:ext cx="573605" cy="6745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6623805" y="4114298"/>
            <a:ext cx="2377663" cy="532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local-id=[mountNameA/B] / [mountName]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>
            <a:off x="9001468" y="4337723"/>
            <a:ext cx="578846" cy="429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2037390" y="3850254"/>
            <a:ext cx="1930625" cy="446507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2196046" y="412002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2117173" y="5374551"/>
            <a:ext cx="1756328" cy="5274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linktp[2] : [{local-id,_cc,_ltp,_lp}]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scores : [ { [LinkID],[candidateScore] } 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2464696" y="4565596"/>
            <a:ext cx="530641" cy="8089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  <a:endCxn id="223" idx="1"/>
          </p:cNvCxnSpPr>
          <p:nvPr/>
        </p:nvCxnSpPr>
        <p:spPr>
          <a:xfrm>
            <a:off x="2464696" y="4565596"/>
            <a:ext cx="4685718" cy="230332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55517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216" idx="2"/>
            <a:endCxn id="70" idx="0"/>
          </p:cNvCxnSpPr>
          <p:nvPr/>
        </p:nvCxnSpPr>
        <p:spPr>
          <a:xfrm rot="16200000" flipH="1">
            <a:off x="9998533" y="4410939"/>
            <a:ext cx="846183" cy="114532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7171533" y="666542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259628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276431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5471547" y="5230671"/>
            <a:ext cx="3529924" cy="8727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[airInterfaceUuid]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_equipment[*] = [modemLocalId, oduLocalId] / [modemUuid, oduUuid]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external-label = [calculatedLinkId] / [externalLabel]</a:t>
            </a: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9580314" y="539822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35" name="Abgerundetes Rechteck 3">
            <a:extLst>
              <a:ext uri="{FF2B5EF4-FFF2-40B4-BE49-F238E27FC236}">
                <a16:creationId xmlns:a16="http://schemas.microsoft.com/office/drawing/2014/main" id="{F7D26EA4-96A3-0DFE-F516-71C0AAAE8061}"/>
              </a:ext>
            </a:extLst>
          </p:cNvPr>
          <p:cNvSpPr/>
          <p:nvPr/>
        </p:nvSpPr>
        <p:spPr>
          <a:xfrm>
            <a:off x="9580314" y="664613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E9FC093-1E1D-AFB8-EDA1-74BB30C0EC74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>
            <a:off x="9848964" y="5843798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AA76C0-8B20-2581-751D-97C11B18D597}"/>
              </a:ext>
            </a:extLst>
          </p:cNvPr>
          <p:cNvCxnSpPr>
            <a:cxnSpLocks/>
            <a:stCxn id="223" idx="3"/>
            <a:endCxn id="35" idx="1"/>
          </p:cNvCxnSpPr>
          <p:nvPr/>
        </p:nvCxnSpPr>
        <p:spPr>
          <a:xfrm>
            <a:off x="8311867" y="6868917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>
            <a:off x="9001471" y="5621012"/>
            <a:ext cx="578843" cy="460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80314" y="31669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48964" y="762267"/>
            <a:ext cx="1" cy="17929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729609" y="31695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0728176" y="113286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117613" y="539481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10996826" y="762526"/>
            <a:ext cx="1433" cy="37034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8426189" y="31736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6991939" y="358769"/>
            <a:ext cx="722507" cy="4247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functionName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parameter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>
            <a:off x="7714446" y="540148"/>
            <a:ext cx="711743" cy="309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8963488" y="539481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2192833" y="750221"/>
            <a:ext cx="1905036" cy="105653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priority-band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affected-cc/ltp/lp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error-message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 flipV="1">
            <a:off x="11265475" y="1278490"/>
            <a:ext cx="927358" cy="771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D9C5C64-6EB4-4477-702C-4A3C3F24EDF8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flipH="1">
            <a:off x="9848964" y="3000745"/>
            <a:ext cx="1" cy="11141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Abgerundetes Rechteck 1">
            <a:extLst>
              <a:ext uri="{FF2B5EF4-FFF2-40B4-BE49-F238E27FC236}">
                <a16:creationId xmlns:a16="http://schemas.microsoft.com/office/drawing/2014/main" id="{C0BF25FF-18C7-A4CF-F5A4-4B97E69FD229}"/>
              </a:ext>
            </a:extLst>
          </p:cNvPr>
          <p:cNvSpPr/>
          <p:nvPr/>
        </p:nvSpPr>
        <p:spPr>
          <a:xfrm>
            <a:off x="10725635" y="540669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Abgerundetes Rechteck 8">
            <a:extLst>
              <a:ext uri="{FF2B5EF4-FFF2-40B4-BE49-F238E27FC236}">
                <a16:creationId xmlns:a16="http://schemas.microsoft.com/office/drawing/2014/main" id="{443F278C-B2D1-E3AD-7966-8D59EA4283D5}"/>
              </a:ext>
            </a:extLst>
          </p:cNvPr>
          <p:cNvSpPr/>
          <p:nvPr/>
        </p:nvSpPr>
        <p:spPr>
          <a:xfrm>
            <a:off x="12531382" y="421687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idu [1]</a:t>
            </a:r>
          </a:p>
        </p:txBody>
      </p: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184AEC20-9B90-B26C-86CE-82CE2A57CFDB}"/>
              </a:ext>
            </a:extLst>
          </p:cNvPr>
          <p:cNvCxnSpPr>
            <a:cxnSpLocks/>
            <a:stCxn id="83" idx="1"/>
            <a:endCxn id="70" idx="3"/>
          </p:cNvCxnSpPr>
          <p:nvPr/>
        </p:nvCxnSpPr>
        <p:spPr>
          <a:xfrm flipH="1">
            <a:off x="11262934" y="4439660"/>
            <a:ext cx="1268448" cy="118981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9C2D2E47-7358-8D95-CAE2-6D5DDED05672}"/>
              </a:ext>
            </a:extLst>
          </p:cNvPr>
          <p:cNvSpPr/>
          <p:nvPr/>
        </p:nvSpPr>
        <p:spPr>
          <a:xfrm>
            <a:off x="14274800" y="4216338"/>
            <a:ext cx="1991421" cy="50425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idu / [iduUuid]</a:t>
            </a:r>
          </a:p>
          <a:p>
            <a:pPr defTabSz="914400"/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category=idu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(has Holder[*])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8EEA6D8F-4AA5-ED12-D282-D54B57F26EEB}"/>
              </a:ext>
            </a:extLst>
          </p:cNvPr>
          <p:cNvCxnSpPr>
            <a:cxnSpLocks/>
            <a:stCxn id="83" idx="3"/>
            <a:endCxn id="99" idx="1"/>
          </p:cNvCxnSpPr>
          <p:nvPr/>
        </p:nvCxnSpPr>
        <p:spPr>
          <a:xfrm>
            <a:off x="13692835" y="4439660"/>
            <a:ext cx="581965" cy="288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6" name="Abgerundetes Rechteck 8">
            <a:extLst>
              <a:ext uri="{FF2B5EF4-FFF2-40B4-BE49-F238E27FC236}">
                <a16:creationId xmlns:a16="http://schemas.microsoft.com/office/drawing/2014/main" id="{9257A587-AF25-575E-DF47-28FEE0FF18C4}"/>
              </a:ext>
            </a:extLst>
          </p:cNvPr>
          <p:cNvSpPr/>
          <p:nvPr/>
        </p:nvSpPr>
        <p:spPr>
          <a:xfrm>
            <a:off x="12531382" y="500459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modem [*]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9CD9D71B-FBE6-67F6-0E2D-6F94AF73DA04}"/>
              </a:ext>
            </a:extLst>
          </p:cNvPr>
          <p:cNvSpPr/>
          <p:nvPr/>
        </p:nvSpPr>
        <p:spPr>
          <a:xfrm>
            <a:off x="14274800" y="4975554"/>
            <a:ext cx="1991421" cy="71848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[modemUuid]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 = modem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equipmentName = [modemCard]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(has Holder[*])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9B1ABDE3-BECF-16CE-E3CC-6FA836F4935B}"/>
              </a:ext>
            </a:extLst>
          </p:cNvPr>
          <p:cNvCxnSpPr>
            <a:cxnSpLocks/>
            <a:stCxn id="116" idx="1"/>
            <a:endCxn id="70" idx="3"/>
          </p:cNvCxnSpPr>
          <p:nvPr/>
        </p:nvCxnSpPr>
        <p:spPr>
          <a:xfrm flipH="1">
            <a:off x="11262934" y="5227383"/>
            <a:ext cx="1268448" cy="4020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C77582F7-6E8A-C9D0-64AD-B8BC745BF518}"/>
              </a:ext>
            </a:extLst>
          </p:cNvPr>
          <p:cNvCxnSpPr>
            <a:cxnSpLocks/>
            <a:stCxn id="116" idx="3"/>
            <a:endCxn id="118" idx="1"/>
          </p:cNvCxnSpPr>
          <p:nvPr/>
        </p:nvCxnSpPr>
        <p:spPr>
          <a:xfrm>
            <a:off x="13692835" y="5227383"/>
            <a:ext cx="581965" cy="1074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2" name="Abgerundetes Rechteck 8">
            <a:extLst>
              <a:ext uri="{FF2B5EF4-FFF2-40B4-BE49-F238E27FC236}">
                <a16:creationId xmlns:a16="http://schemas.microsoft.com/office/drawing/2014/main" id="{901B5190-CC68-3F36-0B15-51F88F37E2A1}"/>
              </a:ext>
            </a:extLst>
          </p:cNvPr>
          <p:cNvSpPr/>
          <p:nvPr/>
        </p:nvSpPr>
        <p:spPr>
          <a:xfrm>
            <a:off x="12531382" y="585226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odu [*]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0B02FDAE-BC7F-0067-F12A-DA7B5CF0CFD2}"/>
              </a:ext>
            </a:extLst>
          </p:cNvPr>
          <p:cNvSpPr/>
          <p:nvPr/>
        </p:nvSpPr>
        <p:spPr>
          <a:xfrm>
            <a:off x="14274800" y="5914688"/>
            <a:ext cx="1991421" cy="61736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[oduUuid]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category=odu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equipmentName = [oduProductCode] / [???]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C5BAD04C-CAAB-9142-1A9E-BE72A58D1E34}"/>
              </a:ext>
            </a:extLst>
          </p:cNvPr>
          <p:cNvCxnSpPr>
            <a:cxnSpLocks/>
            <a:stCxn id="142" idx="3"/>
            <a:endCxn id="143" idx="1"/>
          </p:cNvCxnSpPr>
          <p:nvPr/>
        </p:nvCxnSpPr>
        <p:spPr>
          <a:xfrm>
            <a:off x="13692835" y="6075050"/>
            <a:ext cx="581965" cy="1483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51D09282-BE07-3240-2165-CB9551908D8C}"/>
              </a:ext>
            </a:extLst>
          </p:cNvPr>
          <p:cNvCxnSpPr>
            <a:cxnSpLocks/>
            <a:stCxn id="142" idx="1"/>
            <a:endCxn id="70" idx="3"/>
          </p:cNvCxnSpPr>
          <p:nvPr/>
        </p:nvCxnSpPr>
        <p:spPr>
          <a:xfrm flipH="1" flipV="1">
            <a:off x="11262934" y="5629478"/>
            <a:ext cx="1268448" cy="4455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1" name="Verbinder: gewinkelt 200">
            <a:extLst>
              <a:ext uri="{FF2B5EF4-FFF2-40B4-BE49-F238E27FC236}">
                <a16:creationId xmlns:a16="http://schemas.microsoft.com/office/drawing/2014/main" id="{F434A457-560C-5719-70F2-1BF2B3AF29BE}"/>
              </a:ext>
            </a:extLst>
          </p:cNvPr>
          <p:cNvCxnSpPr>
            <a:cxnSpLocks/>
            <a:stCxn id="117" idx="2"/>
            <a:endCxn id="87" idx="0"/>
          </p:cNvCxnSpPr>
          <p:nvPr/>
        </p:nvCxnSpPr>
        <p:spPr>
          <a:xfrm rot="5400000">
            <a:off x="5597192" y="-131750"/>
            <a:ext cx="1119279" cy="738426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1" name="Abgerundetes Rechteck 1">
            <a:extLst>
              <a:ext uri="{FF2B5EF4-FFF2-40B4-BE49-F238E27FC236}">
                <a16:creationId xmlns:a16="http://schemas.microsoft.com/office/drawing/2014/main" id="{6F0585D7-D3B8-0B16-593B-3AA1C9E75BC2}"/>
              </a:ext>
            </a:extLst>
          </p:cNvPr>
          <p:cNvSpPr/>
          <p:nvPr/>
        </p:nvSpPr>
        <p:spPr>
          <a:xfrm>
            <a:off x="11285777" y="665177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H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3B2799C1-CB06-E289-B7D6-C789A2E5EC56}"/>
              </a:ext>
            </a:extLst>
          </p:cNvPr>
          <p:cNvCxnSpPr>
            <a:cxnSpLocks/>
            <a:stCxn id="70" idx="2"/>
            <a:endCxn id="271" idx="0"/>
          </p:cNvCxnSpPr>
          <p:nvPr/>
        </p:nvCxnSpPr>
        <p:spPr>
          <a:xfrm>
            <a:off x="10994285" y="5852264"/>
            <a:ext cx="560142" cy="7995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3" name="Rechteck 282">
            <a:extLst>
              <a:ext uri="{FF2B5EF4-FFF2-40B4-BE49-F238E27FC236}">
                <a16:creationId xmlns:a16="http://schemas.microsoft.com/office/drawing/2014/main" id="{3BA19841-BCE3-097C-31B2-1AF04A162D8A}"/>
              </a:ext>
            </a:extLst>
          </p:cNvPr>
          <p:cNvSpPr/>
          <p:nvPr/>
        </p:nvSpPr>
        <p:spPr>
          <a:xfrm>
            <a:off x="12541165" y="6641538"/>
            <a:ext cx="1822535" cy="102089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[holderLocalId]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holderName = 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modem: [cardSlot]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odu: [accessPort]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_fru =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modem: [local-id] / [modemUuid]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odu: [local-id] / [oduUuid]</a:t>
            </a:r>
          </a:p>
        </p:txBody>
      </p:sp>
      <p:cxnSp>
        <p:nvCxnSpPr>
          <p:cNvPr id="284" name="Gerade Verbindung mit Pfeil 283">
            <a:extLst>
              <a:ext uri="{FF2B5EF4-FFF2-40B4-BE49-F238E27FC236}">
                <a16:creationId xmlns:a16="http://schemas.microsoft.com/office/drawing/2014/main" id="{A7C25ACE-4B97-6609-6D23-8E785CA3E4EE}"/>
              </a:ext>
            </a:extLst>
          </p:cNvPr>
          <p:cNvCxnSpPr>
            <a:cxnSpLocks/>
            <a:stCxn id="271" idx="3"/>
            <a:endCxn id="283" idx="1"/>
          </p:cNvCxnSpPr>
          <p:nvPr/>
        </p:nvCxnSpPr>
        <p:spPr>
          <a:xfrm>
            <a:off x="11823076" y="6874556"/>
            <a:ext cx="718089" cy="27742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A78E0D56-0571-802A-E37D-76471F5BFF10}"/>
              </a:ext>
            </a:extLst>
          </p:cNvPr>
          <p:cNvSpPr txBox="1"/>
          <p:nvPr/>
        </p:nvSpPr>
        <p:spPr>
          <a:xfrm>
            <a:off x="4807555" y="9183686"/>
            <a:ext cx="9403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/domain-controller/function=cyclic-reading/parameter=sliding-window-size/parameter-value</a:t>
            </a:r>
          </a:p>
        </p:txBody>
      </p:sp>
    </p:spTree>
    <p:extLst>
      <p:ext uri="{BB962C8B-B14F-4D97-AF65-F5344CB8AC3E}">
        <p14:creationId xmlns:p14="http://schemas.microsoft.com/office/powerpoint/2010/main" val="161849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DAE2AF-3BC3-B985-466C-CCCF136C0C4D}"/>
              </a:ext>
            </a:extLst>
          </p:cNvPr>
          <p:cNvSpPr txBox="1"/>
          <p:nvPr/>
        </p:nvSpPr>
        <p:spPr>
          <a:xfrm>
            <a:off x="821635" y="808383"/>
            <a:ext cx="9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Running</a:t>
            </a:r>
          </a:p>
        </p:txBody>
      </p:sp>
      <p:sp>
        <p:nvSpPr>
          <p:cNvPr id="4" name="Abgerundetes Rechteck 1">
            <a:extLst>
              <a:ext uri="{FF2B5EF4-FFF2-40B4-BE49-F238E27FC236}">
                <a16:creationId xmlns:a16="http://schemas.microsoft.com/office/drawing/2014/main" id="{097003FE-453E-AC0E-A4B5-B46C5038573A}"/>
              </a:ext>
            </a:extLst>
          </p:cNvPr>
          <p:cNvSpPr/>
          <p:nvPr/>
        </p:nvSpPr>
        <p:spPr>
          <a:xfrm>
            <a:off x="1052609" y="15440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" name="Abgerundetes Rechteck 89">
            <a:extLst>
              <a:ext uri="{FF2B5EF4-FFF2-40B4-BE49-F238E27FC236}">
                <a16:creationId xmlns:a16="http://schemas.microsoft.com/office/drawing/2014/main" id="{A73EEBF5-20C9-6DC9-1197-BEB3C18B3BC2}"/>
              </a:ext>
            </a:extLst>
          </p:cNvPr>
          <p:cNvSpPr/>
          <p:nvPr/>
        </p:nvSpPr>
        <p:spPr>
          <a:xfrm>
            <a:off x="2366379" y="15440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6" name="Abgerundetes Rechteck 89">
            <a:extLst>
              <a:ext uri="{FF2B5EF4-FFF2-40B4-BE49-F238E27FC236}">
                <a16:creationId xmlns:a16="http://schemas.microsoft.com/office/drawing/2014/main" id="{D63C9685-F3F2-8E04-C177-78A3FE8378C5}"/>
              </a:ext>
            </a:extLst>
          </p:cNvPr>
          <p:cNvSpPr/>
          <p:nvPr/>
        </p:nvSpPr>
        <p:spPr>
          <a:xfrm>
            <a:off x="2366379" y="23126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D36A46A-7808-A295-096B-5F9A7202D1D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89908" y="1766801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A75D0C9-0AFC-826C-4E93-E0C9EDDE277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589908" y="1766801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bgerundetes Rechteck 1">
            <a:extLst>
              <a:ext uri="{FF2B5EF4-FFF2-40B4-BE49-F238E27FC236}">
                <a16:creationId xmlns:a16="http://schemas.microsoft.com/office/drawing/2014/main" id="{2F4BDD46-8FE1-E9EE-4668-7A5E0F5811DC}"/>
              </a:ext>
            </a:extLst>
          </p:cNvPr>
          <p:cNvSpPr/>
          <p:nvPr/>
        </p:nvSpPr>
        <p:spPr>
          <a:xfrm>
            <a:off x="7215284" y="15440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2" name="Abgerundetes Rechteck 89">
            <a:extLst>
              <a:ext uri="{FF2B5EF4-FFF2-40B4-BE49-F238E27FC236}">
                <a16:creationId xmlns:a16="http://schemas.microsoft.com/office/drawing/2014/main" id="{AF828BBC-FDF8-3379-5936-D4C8B43EDF10}"/>
              </a:ext>
            </a:extLst>
          </p:cNvPr>
          <p:cNvSpPr/>
          <p:nvPr/>
        </p:nvSpPr>
        <p:spPr>
          <a:xfrm>
            <a:off x="5261979" y="15440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23" name="Abgerundetes Rechteck 89">
            <a:extLst>
              <a:ext uri="{FF2B5EF4-FFF2-40B4-BE49-F238E27FC236}">
                <a16:creationId xmlns:a16="http://schemas.microsoft.com/office/drawing/2014/main" id="{60C35A7C-1F33-05C5-F673-9127704DC48A}"/>
              </a:ext>
            </a:extLst>
          </p:cNvPr>
          <p:cNvSpPr/>
          <p:nvPr/>
        </p:nvSpPr>
        <p:spPr>
          <a:xfrm>
            <a:off x="5261979" y="23126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D1EF9AE-C8C0-C87E-28E2-46BE1C9DDB11}"/>
              </a:ext>
            </a:extLst>
          </p:cNvPr>
          <p:cNvCxnSpPr>
            <a:cxnSpLocks/>
            <a:stCxn id="21" idx="1"/>
            <a:endCxn id="22" idx="3"/>
          </p:cNvCxnSpPr>
          <p:nvPr/>
        </p:nvCxnSpPr>
        <p:spPr>
          <a:xfrm flipH="1">
            <a:off x="6423432" y="1766801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961DC7F2-4A58-3FE7-B7FA-47F176F07CFF}"/>
              </a:ext>
            </a:extLst>
          </p:cNvPr>
          <p:cNvCxnSpPr>
            <a:cxnSpLocks/>
            <a:stCxn id="21" idx="1"/>
            <a:endCxn id="23" idx="3"/>
          </p:cNvCxnSpPr>
          <p:nvPr/>
        </p:nvCxnSpPr>
        <p:spPr>
          <a:xfrm flipH="1">
            <a:off x="6423432" y="1766801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08127D1-09C5-341F-523E-3EE26B417D75}"/>
              </a:ext>
            </a:extLst>
          </p:cNvPr>
          <p:cNvCxnSpPr>
            <a:stCxn id="5" idx="3"/>
            <a:endCxn id="22" idx="1"/>
          </p:cNvCxnSpPr>
          <p:nvPr/>
        </p:nvCxnSpPr>
        <p:spPr>
          <a:xfrm>
            <a:off x="3527832" y="1766801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2384DB8-9AFF-BC4F-2EB8-85D4BA01BB22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527832" y="2535427"/>
            <a:ext cx="173414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388D120D-4A2F-B01C-C4C8-08A762172B49}"/>
              </a:ext>
            </a:extLst>
          </p:cNvPr>
          <p:cNvSpPr/>
          <p:nvPr/>
        </p:nvSpPr>
        <p:spPr>
          <a:xfrm>
            <a:off x="4183282" y="1531105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12F6955-AA4A-84AE-140B-59FD36659D13}"/>
              </a:ext>
            </a:extLst>
          </p:cNvPr>
          <p:cNvSpPr/>
          <p:nvPr/>
        </p:nvSpPr>
        <p:spPr>
          <a:xfrm>
            <a:off x="4183282" y="2326842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84D07A6-EA84-5FBE-1754-A3762D04FCA5}"/>
              </a:ext>
            </a:extLst>
          </p:cNvPr>
          <p:cNvSpPr txBox="1"/>
          <p:nvPr/>
        </p:nvSpPr>
        <p:spPr>
          <a:xfrm>
            <a:off x="821635" y="3551810"/>
            <a:ext cx="136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Operational</a:t>
            </a:r>
          </a:p>
        </p:txBody>
      </p:sp>
      <p:sp>
        <p:nvSpPr>
          <p:cNvPr id="40" name="Abgerundetes Rechteck 1">
            <a:extLst>
              <a:ext uri="{FF2B5EF4-FFF2-40B4-BE49-F238E27FC236}">
                <a16:creationId xmlns:a16="http://schemas.microsoft.com/office/drawing/2014/main" id="{B0B13C56-89FA-AA8E-E079-1FD37F597A57}"/>
              </a:ext>
            </a:extLst>
          </p:cNvPr>
          <p:cNvSpPr/>
          <p:nvPr/>
        </p:nvSpPr>
        <p:spPr>
          <a:xfrm>
            <a:off x="1052609" y="428744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1" name="Abgerundetes Rechteck 89">
            <a:extLst>
              <a:ext uri="{FF2B5EF4-FFF2-40B4-BE49-F238E27FC236}">
                <a16:creationId xmlns:a16="http://schemas.microsoft.com/office/drawing/2014/main" id="{BCDD76B0-741C-42B5-AB68-5521380CADAF}"/>
              </a:ext>
            </a:extLst>
          </p:cNvPr>
          <p:cNvSpPr/>
          <p:nvPr/>
        </p:nvSpPr>
        <p:spPr>
          <a:xfrm>
            <a:off x="2366379" y="428744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42" name="Abgerundetes Rechteck 89">
            <a:extLst>
              <a:ext uri="{FF2B5EF4-FFF2-40B4-BE49-F238E27FC236}">
                <a16:creationId xmlns:a16="http://schemas.microsoft.com/office/drawing/2014/main" id="{CD89B2EC-98C4-5751-7D75-90E6AADE6688}"/>
              </a:ext>
            </a:extLst>
          </p:cNvPr>
          <p:cNvSpPr/>
          <p:nvPr/>
        </p:nvSpPr>
        <p:spPr>
          <a:xfrm>
            <a:off x="2366379" y="50560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65F00F75-9332-4172-2DDB-6E0B344EC0B1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1589908" y="4510228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522E477-B472-AFA5-96CB-25ECB63AF621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1589908" y="4510228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bgerundetes Rechteck 1">
            <a:extLst>
              <a:ext uri="{FF2B5EF4-FFF2-40B4-BE49-F238E27FC236}">
                <a16:creationId xmlns:a16="http://schemas.microsoft.com/office/drawing/2014/main" id="{520B201F-A6CD-E1B9-7FE2-479A6B320884}"/>
              </a:ext>
            </a:extLst>
          </p:cNvPr>
          <p:cNvSpPr/>
          <p:nvPr/>
        </p:nvSpPr>
        <p:spPr>
          <a:xfrm>
            <a:off x="7215284" y="428744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6" name="Abgerundetes Rechteck 89">
            <a:extLst>
              <a:ext uri="{FF2B5EF4-FFF2-40B4-BE49-F238E27FC236}">
                <a16:creationId xmlns:a16="http://schemas.microsoft.com/office/drawing/2014/main" id="{D8EEDDD9-7BCA-0949-4D91-E71A66A0FBE0}"/>
              </a:ext>
            </a:extLst>
          </p:cNvPr>
          <p:cNvSpPr/>
          <p:nvPr/>
        </p:nvSpPr>
        <p:spPr>
          <a:xfrm>
            <a:off x="5261979" y="428744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47" name="Abgerundetes Rechteck 89">
            <a:extLst>
              <a:ext uri="{FF2B5EF4-FFF2-40B4-BE49-F238E27FC236}">
                <a16:creationId xmlns:a16="http://schemas.microsoft.com/office/drawing/2014/main" id="{EE56F161-F939-C026-587D-C7E655A3ECB4}"/>
              </a:ext>
            </a:extLst>
          </p:cNvPr>
          <p:cNvSpPr/>
          <p:nvPr/>
        </p:nvSpPr>
        <p:spPr>
          <a:xfrm>
            <a:off x="5261979" y="50560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45CF39A-DBCC-FC7E-5648-B9014E0BDE58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>
            <a:off x="6423432" y="4510228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07AE9BCE-CFA2-3FA6-0928-265A117A3000}"/>
              </a:ext>
            </a:extLst>
          </p:cNvPr>
          <p:cNvCxnSpPr>
            <a:cxnSpLocks/>
            <a:stCxn id="45" idx="1"/>
            <a:endCxn id="47" idx="3"/>
          </p:cNvCxnSpPr>
          <p:nvPr/>
        </p:nvCxnSpPr>
        <p:spPr>
          <a:xfrm flipH="1">
            <a:off x="6423432" y="4510228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486B58F-4900-8663-716A-24B8DECCED56}"/>
              </a:ext>
            </a:extLst>
          </p:cNvPr>
          <p:cNvCxnSpPr>
            <a:stCxn id="41" idx="3"/>
            <a:endCxn id="46" idx="1"/>
          </p:cNvCxnSpPr>
          <p:nvPr/>
        </p:nvCxnSpPr>
        <p:spPr>
          <a:xfrm>
            <a:off x="3527832" y="4510228"/>
            <a:ext cx="17341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AE42F98-2B38-D26A-8D2F-7D1F20273934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3527832" y="4510228"/>
            <a:ext cx="1734147" cy="768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D779AC9-FD1D-260E-3F8E-E86C53F4FD02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3527832" y="4510228"/>
            <a:ext cx="1734147" cy="768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3E7F552-6247-942F-149B-B2F4BE1088D8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3527832" y="5278854"/>
            <a:ext cx="17341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BBC8A5E-680D-6018-21A9-4F821556F1FD}"/>
              </a:ext>
            </a:extLst>
          </p:cNvPr>
          <p:cNvSpPr/>
          <p:nvPr/>
        </p:nvSpPr>
        <p:spPr>
          <a:xfrm>
            <a:off x="1052609" y="133512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B2F384-4743-8D1A-8F02-A7F96FB30275}"/>
              </a:ext>
            </a:extLst>
          </p:cNvPr>
          <p:cNvSpPr/>
          <p:nvPr/>
        </p:nvSpPr>
        <p:spPr>
          <a:xfrm>
            <a:off x="7215284" y="133512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73E044C-4309-EC67-A8E3-93A9E21CC8D6}"/>
              </a:ext>
            </a:extLst>
          </p:cNvPr>
          <p:cNvSpPr/>
          <p:nvPr/>
        </p:nvSpPr>
        <p:spPr>
          <a:xfrm>
            <a:off x="1052609" y="4077976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9017734-63F9-617D-E29C-F637AE3BFD1E}"/>
              </a:ext>
            </a:extLst>
          </p:cNvPr>
          <p:cNvSpPr/>
          <p:nvPr/>
        </p:nvSpPr>
        <p:spPr>
          <a:xfrm>
            <a:off x="7215284" y="4077976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5611B1-A6BD-2448-27DE-FF75F7260D8B}"/>
              </a:ext>
            </a:extLst>
          </p:cNvPr>
          <p:cNvSpPr/>
          <p:nvPr/>
        </p:nvSpPr>
        <p:spPr>
          <a:xfrm>
            <a:off x="4107561" y="4195847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m%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n%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475962-0079-6073-6616-88078277CD9E}"/>
              </a:ext>
            </a:extLst>
          </p:cNvPr>
          <p:cNvSpPr/>
          <p:nvPr/>
        </p:nvSpPr>
        <p:spPr>
          <a:xfrm>
            <a:off x="3346460" y="4692330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p%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q%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1DBCEB1-22B6-372B-92BA-67110E6A9E7D}"/>
              </a:ext>
            </a:extLst>
          </p:cNvPr>
          <p:cNvSpPr/>
          <p:nvPr/>
        </p:nvSpPr>
        <p:spPr>
          <a:xfrm>
            <a:off x="4732736" y="4751329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r%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s%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8F61F2-FF4C-E555-C811-AAEC7F2687D8}"/>
              </a:ext>
            </a:extLst>
          </p:cNvPr>
          <p:cNvSpPr/>
          <p:nvPr/>
        </p:nvSpPr>
        <p:spPr>
          <a:xfrm>
            <a:off x="4089078" y="5297169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x%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y%</a:t>
            </a:r>
          </a:p>
        </p:txBody>
      </p:sp>
    </p:spTree>
    <p:extLst>
      <p:ext uri="{BB962C8B-B14F-4D97-AF65-F5344CB8AC3E}">
        <p14:creationId xmlns:p14="http://schemas.microsoft.com/office/powerpoint/2010/main" val="94993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E700AE2-BF4D-E992-3BF2-7603373737C0}"/>
              </a:ext>
            </a:extLst>
          </p:cNvPr>
          <p:cNvSpPr txBox="1"/>
          <p:nvPr/>
        </p:nvSpPr>
        <p:spPr>
          <a:xfrm>
            <a:off x="3717235" y="3716683"/>
            <a:ext cx="136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Operational</a:t>
            </a:r>
          </a:p>
        </p:txBody>
      </p:sp>
      <p:sp>
        <p:nvSpPr>
          <p:cNvPr id="3" name="Abgerundetes Rechteck 1">
            <a:extLst>
              <a:ext uri="{FF2B5EF4-FFF2-40B4-BE49-F238E27FC236}">
                <a16:creationId xmlns:a16="http://schemas.microsoft.com/office/drawing/2014/main" id="{1BF7B0C7-C035-EDC4-A5A5-38FA662A50CB}"/>
              </a:ext>
            </a:extLst>
          </p:cNvPr>
          <p:cNvSpPr/>
          <p:nvPr/>
        </p:nvSpPr>
        <p:spPr>
          <a:xfrm>
            <a:off x="3948209" y="4452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" name="Abgerundetes Rechteck 89">
            <a:extLst>
              <a:ext uri="{FF2B5EF4-FFF2-40B4-BE49-F238E27FC236}">
                <a16:creationId xmlns:a16="http://schemas.microsoft.com/office/drawing/2014/main" id="{F5D59B44-CB14-67F0-20C5-ACCAF184B883}"/>
              </a:ext>
            </a:extLst>
          </p:cNvPr>
          <p:cNvSpPr/>
          <p:nvPr/>
        </p:nvSpPr>
        <p:spPr>
          <a:xfrm>
            <a:off x="5261979" y="44523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5" name="Abgerundetes Rechteck 89">
            <a:extLst>
              <a:ext uri="{FF2B5EF4-FFF2-40B4-BE49-F238E27FC236}">
                <a16:creationId xmlns:a16="http://schemas.microsoft.com/office/drawing/2014/main" id="{8F5F84FA-D2F7-C600-8619-56AF7ACD6C71}"/>
              </a:ext>
            </a:extLst>
          </p:cNvPr>
          <p:cNvSpPr/>
          <p:nvPr/>
        </p:nvSpPr>
        <p:spPr>
          <a:xfrm>
            <a:off x="5261979" y="52209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9CC3A51-9675-E814-FB2A-C82701D4519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485508" y="4675101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EB90D8E-03EF-CF39-8569-44C6FEF86572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485508" y="4675101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0DBFF78-674F-9679-222C-88FBF2D51258}"/>
              </a:ext>
            </a:extLst>
          </p:cNvPr>
          <p:cNvSpPr/>
          <p:nvPr/>
        </p:nvSpPr>
        <p:spPr>
          <a:xfrm>
            <a:off x="10110884" y="4452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9" name="Abgerundetes Rechteck 89">
            <a:extLst>
              <a:ext uri="{FF2B5EF4-FFF2-40B4-BE49-F238E27FC236}">
                <a16:creationId xmlns:a16="http://schemas.microsoft.com/office/drawing/2014/main" id="{A80590A6-8ADD-F0C4-D73B-CE545C61CE04}"/>
              </a:ext>
            </a:extLst>
          </p:cNvPr>
          <p:cNvSpPr/>
          <p:nvPr/>
        </p:nvSpPr>
        <p:spPr>
          <a:xfrm>
            <a:off x="8157579" y="44523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10" name="Abgerundetes Rechteck 89">
            <a:extLst>
              <a:ext uri="{FF2B5EF4-FFF2-40B4-BE49-F238E27FC236}">
                <a16:creationId xmlns:a16="http://schemas.microsoft.com/office/drawing/2014/main" id="{12A1E1B1-7854-A227-CF08-1CEA651B6E23}"/>
              </a:ext>
            </a:extLst>
          </p:cNvPr>
          <p:cNvSpPr/>
          <p:nvPr/>
        </p:nvSpPr>
        <p:spPr>
          <a:xfrm>
            <a:off x="8157579" y="52209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58A9D4C-86C6-52F7-D75B-9F450E6787F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9319032" y="4675101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3089569-9240-B13D-C5B1-61DA92B0171A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9319032" y="4675101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3A2826E-51F7-94E4-218B-E387069259FF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6423432" y="4675101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EB23EC17-9D76-4863-FAAF-400083AC7C16}"/>
              </a:ext>
            </a:extLst>
          </p:cNvPr>
          <p:cNvSpPr/>
          <p:nvPr/>
        </p:nvSpPr>
        <p:spPr>
          <a:xfrm>
            <a:off x="2638581" y="6743305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</p:txBody>
      </p:sp>
      <p:sp>
        <p:nvSpPr>
          <p:cNvPr id="19" name="Abgerundetes Rechteck 89">
            <a:extLst>
              <a:ext uri="{FF2B5EF4-FFF2-40B4-BE49-F238E27FC236}">
                <a16:creationId xmlns:a16="http://schemas.microsoft.com/office/drawing/2014/main" id="{E319F251-EE97-9A9F-3825-840A34468CCE}"/>
              </a:ext>
            </a:extLst>
          </p:cNvPr>
          <p:cNvSpPr/>
          <p:nvPr/>
        </p:nvSpPr>
        <p:spPr>
          <a:xfrm>
            <a:off x="11403071" y="60906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#3</a:t>
            </a:r>
          </a:p>
        </p:txBody>
      </p:sp>
      <p:sp>
        <p:nvSpPr>
          <p:cNvPr id="20" name="Abgerundetes Rechteck 89">
            <a:extLst>
              <a:ext uri="{FF2B5EF4-FFF2-40B4-BE49-F238E27FC236}">
                <a16:creationId xmlns:a16="http://schemas.microsoft.com/office/drawing/2014/main" id="{43597F37-F129-7CE9-5051-1461529E3BCB}"/>
              </a:ext>
            </a:extLst>
          </p:cNvPr>
          <p:cNvSpPr/>
          <p:nvPr/>
        </p:nvSpPr>
        <p:spPr>
          <a:xfrm>
            <a:off x="11403070" y="68592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#4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16CD36AC-0708-C511-D60E-4B2394EF59F6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10648183" y="4675101"/>
            <a:ext cx="754887" cy="24069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102564F-4134-7B6A-85EE-7F68C97BBEC4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0648183" y="4675101"/>
            <a:ext cx="754888" cy="16383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878027C9-7DEF-A0D4-3C78-E16E6DA6A021}"/>
              </a:ext>
            </a:extLst>
          </p:cNvPr>
          <p:cNvSpPr/>
          <p:nvPr/>
        </p:nvSpPr>
        <p:spPr>
          <a:xfrm>
            <a:off x="13220700" y="6591300"/>
            <a:ext cx="693420" cy="267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43E39D7-8EAF-109B-5433-837A658812F4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6423432" y="4675101"/>
            <a:ext cx="1734147" cy="7686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9C83D6A-5F17-5896-6819-63820A809944}"/>
              </a:ext>
            </a:extLst>
          </p:cNvPr>
          <p:cNvCxnSpPr>
            <a:cxnSpLocks/>
            <a:stCxn id="4" idx="3"/>
            <a:endCxn id="19" idx="3"/>
          </p:cNvCxnSpPr>
          <p:nvPr/>
        </p:nvCxnSpPr>
        <p:spPr>
          <a:xfrm>
            <a:off x="6423432" y="4675101"/>
            <a:ext cx="6141092" cy="163830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2ACD0A-3ED8-2289-8598-F198BE02EC6C}"/>
              </a:ext>
            </a:extLst>
          </p:cNvPr>
          <p:cNvCxnSpPr>
            <a:cxnSpLocks/>
            <a:stCxn id="4" idx="3"/>
            <a:endCxn id="20" idx="3"/>
          </p:cNvCxnSpPr>
          <p:nvPr/>
        </p:nvCxnSpPr>
        <p:spPr>
          <a:xfrm>
            <a:off x="6423432" y="4675101"/>
            <a:ext cx="6141091" cy="24069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6BA6001F-9DBE-AB9A-A433-635195831C64}"/>
              </a:ext>
            </a:extLst>
          </p:cNvPr>
          <p:cNvSpPr txBox="1"/>
          <p:nvPr/>
        </p:nvSpPr>
        <p:spPr>
          <a:xfrm>
            <a:off x="8522541" y="409865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38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D0BFAC1-E896-C7F5-BD64-3AA661457506}"/>
              </a:ext>
            </a:extLst>
          </p:cNvPr>
          <p:cNvSpPr txBox="1"/>
          <p:nvPr/>
        </p:nvSpPr>
        <p:spPr>
          <a:xfrm>
            <a:off x="5626941" y="412926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38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A7BB45FC-95BD-0D31-838A-A4ACF981606C}"/>
              </a:ext>
            </a:extLst>
          </p:cNvPr>
          <p:cNvSpPr txBox="1"/>
          <p:nvPr/>
        </p:nvSpPr>
        <p:spPr>
          <a:xfrm>
            <a:off x="11780917" y="572128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15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56A1BDC-E444-75BD-0D0C-967F1E9D4B0F}"/>
              </a:ext>
            </a:extLst>
          </p:cNvPr>
          <p:cNvSpPr txBox="1"/>
          <p:nvPr/>
        </p:nvSpPr>
        <p:spPr>
          <a:xfrm>
            <a:off x="11780917" y="655863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15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686B2775-8C3C-EFBC-2515-6BFE9AE70BB2}"/>
              </a:ext>
            </a:extLst>
          </p:cNvPr>
          <p:cNvCxnSpPr>
            <a:cxnSpLocks/>
          </p:cNvCxnSpPr>
          <p:nvPr/>
        </p:nvCxnSpPr>
        <p:spPr>
          <a:xfrm flipV="1">
            <a:off x="9963644" y="5752716"/>
            <a:ext cx="300496" cy="1175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40069D9A-0E12-C740-139A-BB957AEA6F18}"/>
              </a:ext>
            </a:extLst>
          </p:cNvPr>
          <p:cNvSpPr/>
          <p:nvPr/>
        </p:nvSpPr>
        <p:spPr>
          <a:xfrm>
            <a:off x="6100910" y="6592157"/>
            <a:ext cx="1300608" cy="3108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90%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85%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9C5F958-79E0-729F-B3A5-FC795D0ED8C6}"/>
              </a:ext>
            </a:extLst>
          </p:cNvPr>
          <p:cNvCxnSpPr>
            <a:cxnSpLocks/>
          </p:cNvCxnSpPr>
          <p:nvPr/>
        </p:nvCxnSpPr>
        <p:spPr>
          <a:xfrm flipV="1">
            <a:off x="6531064" y="4700953"/>
            <a:ext cx="660180" cy="1879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B7F75F8E-EDD4-4824-1EB4-D414F77DAE06}"/>
              </a:ext>
            </a:extLst>
          </p:cNvPr>
          <p:cNvCxnSpPr/>
          <p:nvPr/>
        </p:nvCxnSpPr>
        <p:spPr>
          <a:xfrm>
            <a:off x="6423432" y="5441389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258C3A5D-42B1-B135-6B40-050577A86937}"/>
              </a:ext>
            </a:extLst>
          </p:cNvPr>
          <p:cNvSpPr/>
          <p:nvPr/>
        </p:nvSpPr>
        <p:spPr>
          <a:xfrm>
            <a:off x="7241033" y="6822329"/>
            <a:ext cx="1300608" cy="4167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85%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90%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E18155CB-B7E3-3EE0-A7A7-DD39601256DE}"/>
              </a:ext>
            </a:extLst>
          </p:cNvPr>
          <p:cNvCxnSpPr>
            <a:cxnSpLocks/>
          </p:cNvCxnSpPr>
          <p:nvPr/>
        </p:nvCxnSpPr>
        <p:spPr>
          <a:xfrm flipV="1">
            <a:off x="7692517" y="5462935"/>
            <a:ext cx="183266" cy="1212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A163372A-BB2B-3713-CE60-B7D4C29BDCA9}"/>
              </a:ext>
            </a:extLst>
          </p:cNvPr>
          <p:cNvSpPr/>
          <p:nvPr/>
        </p:nvSpPr>
        <p:spPr>
          <a:xfrm>
            <a:off x="3884266" y="416927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11D85F74-10C7-3845-1CA5-22C58EACE11A}"/>
              </a:ext>
            </a:extLst>
          </p:cNvPr>
          <p:cNvSpPr/>
          <p:nvPr/>
        </p:nvSpPr>
        <p:spPr>
          <a:xfrm>
            <a:off x="9417153" y="7038022"/>
            <a:ext cx="846987" cy="35299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0%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0%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06672D64-F74A-AFA0-ED7D-AFD543B1FA60}"/>
              </a:ext>
            </a:extLst>
          </p:cNvPr>
          <p:cNvSpPr/>
          <p:nvPr/>
        </p:nvSpPr>
        <p:spPr>
          <a:xfrm>
            <a:off x="7003660" y="3690066"/>
            <a:ext cx="799220" cy="39594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B2A5B61-DCA9-4729-7AFD-7407AF97F628}"/>
              </a:ext>
            </a:extLst>
          </p:cNvPr>
          <p:cNvSpPr/>
          <p:nvPr/>
        </p:nvSpPr>
        <p:spPr>
          <a:xfrm>
            <a:off x="10110884" y="4241031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</p:spTree>
    <p:extLst>
      <p:ext uri="{BB962C8B-B14F-4D97-AF65-F5344CB8AC3E}">
        <p14:creationId xmlns:p14="http://schemas.microsoft.com/office/powerpoint/2010/main" val="183906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4C4CC439-6463-F6FA-39DB-A8ECC280B654}"/>
              </a:ext>
            </a:extLst>
          </p:cNvPr>
          <p:cNvSpPr/>
          <p:nvPr/>
        </p:nvSpPr>
        <p:spPr>
          <a:xfrm>
            <a:off x="1684020" y="784860"/>
            <a:ext cx="1714500" cy="289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C12F62-62FE-AA99-2D4E-6881D23EE35E}"/>
              </a:ext>
            </a:extLst>
          </p:cNvPr>
          <p:cNvSpPr txBox="1"/>
          <p:nvPr/>
        </p:nvSpPr>
        <p:spPr>
          <a:xfrm>
            <a:off x="7505700" y="268300"/>
            <a:ext cx="211074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Interpretation</a:t>
            </a:r>
            <a:endParaRPr lang="de-DE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7572A14-6FE2-CF4D-7E35-C8906EE5E48C}"/>
              </a:ext>
            </a:extLst>
          </p:cNvPr>
          <p:cNvSpPr txBox="1"/>
          <p:nvPr/>
        </p:nvSpPr>
        <p:spPr>
          <a:xfrm>
            <a:off x="3398520" y="828980"/>
            <a:ext cx="449199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/v1/remove-planned-microwave-link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8959C0D-EC49-453D-3DDB-DAC90831F584}"/>
              </a:ext>
            </a:extLst>
          </p:cNvPr>
          <p:cNvSpPr txBox="1"/>
          <p:nvPr/>
        </p:nvSpPr>
        <p:spPr>
          <a:xfrm>
            <a:off x="8450580" y="705088"/>
            <a:ext cx="23278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Deletes Link object from Candidate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F8D2DE-D903-9367-7B09-F26182553439}"/>
              </a:ext>
            </a:extLst>
          </p:cNvPr>
          <p:cNvSpPr txBox="1"/>
          <p:nvPr/>
        </p:nvSpPr>
        <p:spPr>
          <a:xfrm>
            <a:off x="7505700" y="1074420"/>
            <a:ext cx="2714625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Validation</a:t>
            </a:r>
            <a:endParaRPr lang="de-DE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8C3902C-0F8D-C63F-B9B4-002B46D94C39}"/>
              </a:ext>
            </a:extLst>
          </p:cNvPr>
          <p:cNvSpPr txBox="1"/>
          <p:nvPr/>
        </p:nvSpPr>
        <p:spPr>
          <a:xfrm>
            <a:off x="8561070" y="1594180"/>
            <a:ext cx="1664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Maybe no validation test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4BFC648-8762-C533-635C-0055599EF5AE}"/>
              </a:ext>
            </a:extLst>
          </p:cNvPr>
          <p:cNvSpPr txBox="1"/>
          <p:nvPr/>
        </p:nvSpPr>
        <p:spPr>
          <a:xfrm>
            <a:off x="8561070" y="2171604"/>
            <a:ext cx="36006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Copying into Running (Deletes Link object from Running)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DBED7AA-469C-7ADB-0EB2-2CCE7A579F1C}"/>
              </a:ext>
            </a:extLst>
          </p:cNvPr>
          <p:cNvCxnSpPr/>
          <p:nvPr/>
        </p:nvCxnSpPr>
        <p:spPr>
          <a:xfrm flipH="1">
            <a:off x="4328160" y="2689860"/>
            <a:ext cx="7105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6FAED6F7-00F3-6D6B-CEE6-F561E3CF98BD}"/>
              </a:ext>
            </a:extLst>
          </p:cNvPr>
          <p:cNvSpPr txBox="1"/>
          <p:nvPr/>
        </p:nvSpPr>
        <p:spPr>
          <a:xfrm>
            <a:off x="7396969" y="2617040"/>
            <a:ext cx="8980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somewhen later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AE4A20A-5B88-6849-2B78-06E1B3234EAF}"/>
              </a:ext>
            </a:extLst>
          </p:cNvPr>
          <p:cNvSpPr txBox="1"/>
          <p:nvPr/>
        </p:nvSpPr>
        <p:spPr>
          <a:xfrm>
            <a:off x="8561070" y="3363704"/>
            <a:ext cx="3667125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 device data from MWDI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B8B16F5-8550-484E-5A90-17C3A2A2247B}"/>
              </a:ext>
            </a:extLst>
          </p:cNvPr>
          <p:cNvSpPr txBox="1"/>
          <p:nvPr/>
        </p:nvSpPr>
        <p:spPr>
          <a:xfrm>
            <a:off x="8561070" y="3822698"/>
            <a:ext cx="8012430" cy="152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Link objects in OperationalDS</a:t>
            </a:r>
          </a:p>
          <a:p>
            <a:pPr>
              <a:lnSpc>
                <a:spcPts val="1425"/>
              </a:lnSpc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(idempotent function. </a:t>
            </a:r>
          </a:p>
          <a:p>
            <a:pPr>
              <a:lnSpc>
                <a:spcPts val="1425"/>
              </a:lnSpc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means: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it calculates all potential connections =&gt; all Link objects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if some Link object already exists between two AirInterfaces in OperationalDS, it does not touch it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if some Link object doesn’t exist, it creates it</a:t>
            </a:r>
          </a:p>
          <a:p>
            <a:pPr>
              <a:lnSpc>
                <a:spcPts val="1425"/>
              </a:lnSpc>
            </a:pPr>
            <a:endParaRPr lang="en-US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 results in Link objects between all AirInterface LTPs that are existing on the device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94E9D90-1B16-9893-648E-AF6BEB9DC72C}"/>
              </a:ext>
            </a:extLst>
          </p:cNvPr>
          <p:cNvSpPr txBox="1"/>
          <p:nvPr/>
        </p:nvSpPr>
        <p:spPr>
          <a:xfrm>
            <a:off x="7625715" y="2982078"/>
            <a:ext cx="162496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defRPr sz="1100" b="1">
                <a:solidFill>
                  <a:srgbClr val="80000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de-DE"/>
              <a:t>Measurement</a:t>
            </a:r>
          </a:p>
        </p:txBody>
      </p:sp>
      <p:sp>
        <p:nvSpPr>
          <p:cNvPr id="23" name="Denkblase: wolkenförmig 22">
            <a:extLst>
              <a:ext uri="{FF2B5EF4-FFF2-40B4-BE49-F238E27FC236}">
                <a16:creationId xmlns:a16="http://schemas.microsoft.com/office/drawing/2014/main" id="{E3EF954D-C565-4070-B2AE-33B1481B495C}"/>
              </a:ext>
            </a:extLst>
          </p:cNvPr>
          <p:cNvSpPr/>
          <p:nvPr/>
        </p:nvSpPr>
        <p:spPr>
          <a:xfrm>
            <a:off x="13677900" y="2997313"/>
            <a:ext cx="2659380" cy="573726"/>
          </a:xfrm>
          <a:prstGeom prst="cloudCallout">
            <a:avLst>
              <a:gd name="adj1" fmla="val -26908"/>
              <a:gd name="adj2" fmla="val 7637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/>
              <a:t>Which pairs of CCs have  to be considdered while creating the Link objects?</a:t>
            </a:r>
          </a:p>
        </p:txBody>
      </p:sp>
    </p:spTree>
    <p:extLst>
      <p:ext uri="{BB962C8B-B14F-4D97-AF65-F5344CB8AC3E}">
        <p14:creationId xmlns:p14="http://schemas.microsoft.com/office/powerpoint/2010/main" val="193759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752</Words>
  <Application>Microsoft Office PowerPoint</Application>
  <PresentationFormat>Benutzerdefiniert</PresentationFormat>
  <Paragraphs>178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95</cp:revision>
  <dcterms:created xsi:type="dcterms:W3CDTF">2025-01-24T13:53:29Z</dcterms:created>
  <dcterms:modified xsi:type="dcterms:W3CDTF">2025-05-05T17:33:13Z</dcterms:modified>
</cp:coreProperties>
</file>