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302" r:id="rId2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5950" autoAdjust="0"/>
  </p:normalViewPr>
  <p:slideViewPr>
    <p:cSldViewPr snapToGrid="0">
      <p:cViewPr>
        <p:scale>
          <a:sx n="125" d="100"/>
          <a:sy n="125" d="100"/>
        </p:scale>
        <p:origin x="90" y="33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29.04.2025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hteck 217">
            <a:extLst>
              <a:ext uri="{FF2B5EF4-FFF2-40B4-BE49-F238E27FC236}">
                <a16:creationId xmlns:a16="http://schemas.microsoft.com/office/drawing/2014/main" id="{2C8F2BC9-51B6-D7C0-421E-11A9A43DA250}"/>
              </a:ext>
            </a:extLst>
          </p:cNvPr>
          <p:cNvSpPr/>
          <p:nvPr/>
        </p:nvSpPr>
        <p:spPr>
          <a:xfrm>
            <a:off x="1548387" y="128835"/>
            <a:ext cx="15456877" cy="86792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LILW-Domain</a:t>
            </a:r>
          </a:p>
        </p:txBody>
      </p:sp>
      <p:sp>
        <p:nvSpPr>
          <p:cNvPr id="211" name="Rechteck 210">
            <a:extLst>
              <a:ext uri="{FF2B5EF4-FFF2-40B4-BE49-F238E27FC236}">
                <a16:creationId xmlns:a16="http://schemas.microsoft.com/office/drawing/2014/main" id="{C1EFB502-BFB0-C3A7-D252-FF3C381A4DB7}"/>
              </a:ext>
            </a:extLst>
          </p:cNvPr>
          <p:cNvSpPr/>
          <p:nvPr/>
        </p:nvSpPr>
        <p:spPr>
          <a:xfrm>
            <a:off x="1794584" y="2341094"/>
            <a:ext cx="14929326" cy="621948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3E682F4F-1921-DBCC-1F22-B788C655D5FB}"/>
              </a:ext>
            </a:extLst>
          </p:cNvPr>
          <p:cNvSpPr/>
          <p:nvPr/>
        </p:nvSpPr>
        <p:spPr>
          <a:xfrm>
            <a:off x="3968228" y="3845387"/>
            <a:ext cx="12482387" cy="44681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9580314" y="41149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9848964" y="4560509"/>
            <a:ext cx="0" cy="8377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7150414" y="66461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[*]</a:t>
            </a:r>
          </a:p>
        </p:txBody>
      </p: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4247720" y="6983494"/>
            <a:ext cx="2329089" cy="112003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0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upper-frequency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lower-frequency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band-position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bandwidth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minimum-modulation-scheme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maximum-modulation-scheme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clear-sky-modulation = [planning] / [live]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6576809" y="6868917"/>
            <a:ext cx="573605" cy="6745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6623805" y="4114298"/>
            <a:ext cx="2377663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local-id=[mountNameA/B]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_template=[deviceTemplateName]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9001468" y="4337723"/>
            <a:ext cx="578846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2037390" y="3850254"/>
            <a:ext cx="1930625" cy="4465071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2196046" y="412002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2117173" y="5374551"/>
            <a:ext cx="1756328" cy="52742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 / [uuid]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linktp*[{#n,_cc,_ltp,_lp}]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candidate-score = [1] / [candidateScore]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2464696" y="4565596"/>
            <a:ext cx="530641" cy="808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  <a:endCxn id="223" idx="1"/>
          </p:cNvCxnSpPr>
          <p:nvPr/>
        </p:nvCxnSpPr>
        <p:spPr>
          <a:xfrm>
            <a:off x="2464696" y="4565596"/>
            <a:ext cx="4685718" cy="23033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5551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216" idx="2"/>
            <a:endCxn id="70" idx="0"/>
          </p:cNvCxnSpPr>
          <p:nvPr/>
        </p:nvCxnSpPr>
        <p:spPr>
          <a:xfrm rot="16200000" flipH="1">
            <a:off x="9998533" y="4410939"/>
            <a:ext cx="846183" cy="1145321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7171533" y="66654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5962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7643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6623806" y="5230671"/>
            <a:ext cx="2377664" cy="8727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[LinkId] / [airInterfaceUuid]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external-label = [LinkId] / [externalLabel]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reliability-score = [ofInputData] / [ofConfiguredValue]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_equipment[*] = 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_connector = local-id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9580314" y="539822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9580314" y="664613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cxnSpLocks/>
            <a:stCxn id="25" idx="2"/>
            <a:endCxn id="35" idx="0"/>
          </p:cNvCxnSpPr>
          <p:nvPr/>
        </p:nvCxnSpPr>
        <p:spPr>
          <a:xfrm>
            <a:off x="9848964" y="5843798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8311867" y="6868917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>
            <a:off x="9001470" y="5621012"/>
            <a:ext cx="578844" cy="460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7929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1"/>
            <a:endCxn id="74" idx="3"/>
          </p:cNvCxnSpPr>
          <p:nvPr/>
        </p:nvCxnSpPr>
        <p:spPr>
          <a:xfrm flipH="1" flipV="1">
            <a:off x="8963488" y="2777958"/>
            <a:ext cx="616827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426189" y="255517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531897" y="256139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693350" y="2777958"/>
            <a:ext cx="732839" cy="621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247720" y="2505815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6063503" y="2784176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7714446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2192833" y="750221"/>
            <a:ext cx="1905036" cy="10565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priority-band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1265475" y="1278490"/>
            <a:ext cx="927358" cy="771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D9C5C64-6EB4-4477-702C-4A3C3F24EDF8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flipH="1">
            <a:off x="9848964" y="3000745"/>
            <a:ext cx="1" cy="11141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Abgerundetes Rechteck 1">
            <a:extLst>
              <a:ext uri="{FF2B5EF4-FFF2-40B4-BE49-F238E27FC236}">
                <a16:creationId xmlns:a16="http://schemas.microsoft.com/office/drawing/2014/main" id="{C0BF25FF-18C7-A4CF-F5A4-4B97E69FD229}"/>
              </a:ext>
            </a:extLst>
          </p:cNvPr>
          <p:cNvSpPr/>
          <p:nvPr/>
        </p:nvSpPr>
        <p:spPr>
          <a:xfrm>
            <a:off x="10725635" y="540669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3" name="Abgerundetes Rechteck 8">
            <a:extLst>
              <a:ext uri="{FF2B5EF4-FFF2-40B4-BE49-F238E27FC236}">
                <a16:creationId xmlns:a16="http://schemas.microsoft.com/office/drawing/2014/main" id="{443F278C-B2D1-E3AD-7966-8D59EA4283D5}"/>
              </a:ext>
            </a:extLst>
          </p:cNvPr>
          <p:cNvSpPr/>
          <p:nvPr/>
        </p:nvSpPr>
        <p:spPr>
          <a:xfrm>
            <a:off x="12531382" y="42168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idu [1]</a:t>
            </a: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184AEC20-9B90-B26C-86CE-82CE2A57CFDB}"/>
              </a:ext>
            </a:extLst>
          </p:cNvPr>
          <p:cNvCxnSpPr>
            <a:cxnSpLocks/>
            <a:stCxn id="83" idx="1"/>
            <a:endCxn id="70" idx="3"/>
          </p:cNvCxnSpPr>
          <p:nvPr/>
        </p:nvCxnSpPr>
        <p:spPr>
          <a:xfrm flipH="1">
            <a:off x="11262934" y="4439660"/>
            <a:ext cx="1268448" cy="118981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9C2D2E47-7358-8D95-CAE2-6D5DDED05672}"/>
              </a:ext>
            </a:extLst>
          </p:cNvPr>
          <p:cNvSpPr/>
          <p:nvPr/>
        </p:nvSpPr>
        <p:spPr>
          <a:xfrm>
            <a:off x="14274800" y="4216338"/>
            <a:ext cx="1991421" cy="50425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idu</a:t>
            </a:r>
          </a:p>
          <a:p>
            <a:pPr defTabSz="914400"/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category=idu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(has Holder[*])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8EEA6D8F-4AA5-ED12-D282-D54B57F26EEB}"/>
              </a:ext>
            </a:extLst>
          </p:cNvPr>
          <p:cNvCxnSpPr>
            <a:cxnSpLocks/>
            <a:stCxn id="83" idx="3"/>
            <a:endCxn id="99" idx="1"/>
          </p:cNvCxnSpPr>
          <p:nvPr/>
        </p:nvCxnSpPr>
        <p:spPr>
          <a:xfrm>
            <a:off x="13692835" y="4439660"/>
            <a:ext cx="581965" cy="288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6" name="Abgerundetes Rechteck 8">
            <a:extLst>
              <a:ext uri="{FF2B5EF4-FFF2-40B4-BE49-F238E27FC236}">
                <a16:creationId xmlns:a16="http://schemas.microsoft.com/office/drawing/2014/main" id="{9257A587-AF25-575E-DF47-28FEE0FF18C4}"/>
              </a:ext>
            </a:extLst>
          </p:cNvPr>
          <p:cNvSpPr/>
          <p:nvPr/>
        </p:nvSpPr>
        <p:spPr>
          <a:xfrm>
            <a:off x="12531382" y="500459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modem [*]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9CD9D71B-FBE6-67F6-0E2D-6F94AF73DA04}"/>
              </a:ext>
            </a:extLst>
          </p:cNvPr>
          <p:cNvSpPr/>
          <p:nvPr/>
        </p:nvSpPr>
        <p:spPr>
          <a:xfrm>
            <a:off x="14274800" y="4975554"/>
            <a:ext cx="1991421" cy="71848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[modemUuid]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 = modem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modem-card = [modemCard]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access-port = [accessPort] / [???]</a:t>
            </a:r>
          </a:p>
        </p:txBody>
      </p: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9B1ABDE3-BECF-16CE-E3CC-6FA836F4935B}"/>
              </a:ext>
            </a:extLst>
          </p:cNvPr>
          <p:cNvCxnSpPr>
            <a:cxnSpLocks/>
            <a:stCxn id="116" idx="1"/>
            <a:endCxn id="70" idx="3"/>
          </p:cNvCxnSpPr>
          <p:nvPr/>
        </p:nvCxnSpPr>
        <p:spPr>
          <a:xfrm flipH="1">
            <a:off x="11262934" y="5227383"/>
            <a:ext cx="1268448" cy="4020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Gerade Verbindung mit Pfeil 134">
            <a:extLst>
              <a:ext uri="{FF2B5EF4-FFF2-40B4-BE49-F238E27FC236}">
                <a16:creationId xmlns:a16="http://schemas.microsoft.com/office/drawing/2014/main" id="{C77582F7-6E8A-C9D0-64AD-B8BC745BF518}"/>
              </a:ext>
            </a:extLst>
          </p:cNvPr>
          <p:cNvCxnSpPr>
            <a:cxnSpLocks/>
            <a:stCxn id="116" idx="3"/>
            <a:endCxn id="118" idx="1"/>
          </p:cNvCxnSpPr>
          <p:nvPr/>
        </p:nvCxnSpPr>
        <p:spPr>
          <a:xfrm>
            <a:off x="13692835" y="5227383"/>
            <a:ext cx="581965" cy="1074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2" name="Abgerundetes Rechteck 8">
            <a:extLst>
              <a:ext uri="{FF2B5EF4-FFF2-40B4-BE49-F238E27FC236}">
                <a16:creationId xmlns:a16="http://schemas.microsoft.com/office/drawing/2014/main" id="{901B5190-CC68-3F36-0B15-51F88F37E2A1}"/>
              </a:ext>
            </a:extLst>
          </p:cNvPr>
          <p:cNvSpPr/>
          <p:nvPr/>
        </p:nvSpPr>
        <p:spPr>
          <a:xfrm>
            <a:off x="12531382" y="585226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odu [*]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B02FDAE-BC7F-0067-F12A-DA7B5CF0CFD2}"/>
              </a:ext>
            </a:extLst>
          </p:cNvPr>
          <p:cNvSpPr/>
          <p:nvPr/>
        </p:nvSpPr>
        <p:spPr>
          <a:xfrm>
            <a:off x="14274800" y="5914688"/>
            <a:ext cx="1991421" cy="61736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[oduUuid]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category=odu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odu-product-code = [oduProductCode] / [???]</a:t>
            </a:r>
          </a:p>
        </p:txBody>
      </p: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C5BAD04C-CAAB-9142-1A9E-BE72A58D1E34}"/>
              </a:ext>
            </a:extLst>
          </p:cNvPr>
          <p:cNvCxnSpPr>
            <a:cxnSpLocks/>
            <a:stCxn id="142" idx="3"/>
            <a:endCxn id="143" idx="1"/>
          </p:cNvCxnSpPr>
          <p:nvPr/>
        </p:nvCxnSpPr>
        <p:spPr>
          <a:xfrm>
            <a:off x="13692835" y="6075050"/>
            <a:ext cx="581965" cy="1483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51D09282-BE07-3240-2165-CB9551908D8C}"/>
              </a:ext>
            </a:extLst>
          </p:cNvPr>
          <p:cNvCxnSpPr>
            <a:cxnSpLocks/>
            <a:stCxn id="142" idx="1"/>
            <a:endCxn id="70" idx="3"/>
          </p:cNvCxnSpPr>
          <p:nvPr/>
        </p:nvCxnSpPr>
        <p:spPr>
          <a:xfrm flipH="1" flipV="1">
            <a:off x="11262934" y="5629478"/>
            <a:ext cx="1268448" cy="4455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1" name="Verbinder: gewinkelt 200">
            <a:extLst>
              <a:ext uri="{FF2B5EF4-FFF2-40B4-BE49-F238E27FC236}">
                <a16:creationId xmlns:a16="http://schemas.microsoft.com/office/drawing/2014/main" id="{F434A457-560C-5719-70F2-1BF2B3AF29BE}"/>
              </a:ext>
            </a:extLst>
          </p:cNvPr>
          <p:cNvCxnSpPr>
            <a:cxnSpLocks/>
            <a:stCxn id="117" idx="2"/>
            <a:endCxn id="87" idx="0"/>
          </p:cNvCxnSpPr>
          <p:nvPr/>
        </p:nvCxnSpPr>
        <p:spPr>
          <a:xfrm rot="5400000">
            <a:off x="5597192" y="-131750"/>
            <a:ext cx="1119279" cy="7384269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7" name="Rechteck 226">
            <a:extLst>
              <a:ext uri="{FF2B5EF4-FFF2-40B4-BE49-F238E27FC236}">
                <a16:creationId xmlns:a16="http://schemas.microsoft.com/office/drawing/2014/main" id="{60042F2A-086F-992C-ED74-613AD545715C}"/>
              </a:ext>
            </a:extLst>
          </p:cNvPr>
          <p:cNvSpPr/>
          <p:nvPr/>
        </p:nvSpPr>
        <p:spPr>
          <a:xfrm>
            <a:off x="5673917" y="5313523"/>
            <a:ext cx="965827" cy="27499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Potential proposal: 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2 reliability-scores</a:t>
            </a:r>
          </a:p>
        </p:txBody>
      </p:sp>
      <p:sp>
        <p:nvSpPr>
          <p:cNvPr id="237" name="Abgerundetes Rechteck 1">
            <a:extLst>
              <a:ext uri="{FF2B5EF4-FFF2-40B4-BE49-F238E27FC236}">
                <a16:creationId xmlns:a16="http://schemas.microsoft.com/office/drawing/2014/main" id="{204A75B0-A4CA-00F1-522F-FA58AA84F06C}"/>
              </a:ext>
            </a:extLst>
          </p:cNvPr>
          <p:cNvSpPr/>
          <p:nvPr/>
        </p:nvSpPr>
        <p:spPr>
          <a:xfrm>
            <a:off x="10731009" y="743042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72681938-662A-B349-E2A6-0503C5198615}"/>
              </a:ext>
            </a:extLst>
          </p:cNvPr>
          <p:cNvCxnSpPr>
            <a:cxnSpLocks/>
            <a:stCxn id="70" idx="2"/>
            <a:endCxn id="237" idx="0"/>
          </p:cNvCxnSpPr>
          <p:nvPr/>
        </p:nvCxnSpPr>
        <p:spPr>
          <a:xfrm>
            <a:off x="10994285" y="5852264"/>
            <a:ext cx="5374" cy="15781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0" name="Rechteck 249">
            <a:extLst>
              <a:ext uri="{FF2B5EF4-FFF2-40B4-BE49-F238E27FC236}">
                <a16:creationId xmlns:a16="http://schemas.microsoft.com/office/drawing/2014/main" id="{2648814B-D7C0-E5A7-C295-B408EF5A1A68}"/>
              </a:ext>
            </a:extLst>
          </p:cNvPr>
          <p:cNvSpPr/>
          <p:nvPr/>
        </p:nvSpPr>
        <p:spPr>
          <a:xfrm>
            <a:off x="5705470" y="5738968"/>
            <a:ext cx="965827" cy="27499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Can we avoid the [*] at equipment?</a:t>
            </a:r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6E57A78B-A199-2407-1F9F-66A714E22ED9}"/>
              </a:ext>
            </a:extLst>
          </p:cNvPr>
          <p:cNvSpPr/>
          <p:nvPr/>
        </p:nvSpPr>
        <p:spPr>
          <a:xfrm>
            <a:off x="5312905" y="4439660"/>
            <a:ext cx="1476479" cy="27499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if not needed, 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 and P can be deleted</a:t>
            </a:r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EBA4C1DC-89DA-0390-E6D1-705D3E130530}"/>
              </a:ext>
            </a:extLst>
          </p:cNvPr>
          <p:cNvSpPr/>
          <p:nvPr/>
        </p:nvSpPr>
        <p:spPr>
          <a:xfrm>
            <a:off x="5626898" y="2850297"/>
            <a:ext cx="1476479" cy="27499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if not needed, 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 and P can be deleted</a:t>
            </a:r>
          </a:p>
        </p:txBody>
      </p:sp>
      <p:sp>
        <p:nvSpPr>
          <p:cNvPr id="271" name="Abgerundetes Rechteck 1">
            <a:extLst>
              <a:ext uri="{FF2B5EF4-FFF2-40B4-BE49-F238E27FC236}">
                <a16:creationId xmlns:a16="http://schemas.microsoft.com/office/drawing/2014/main" id="{6F0585D7-D3B8-0B16-593B-3AA1C9E75BC2}"/>
              </a:ext>
            </a:extLst>
          </p:cNvPr>
          <p:cNvSpPr/>
          <p:nvPr/>
        </p:nvSpPr>
        <p:spPr>
          <a:xfrm>
            <a:off x="11285777" y="66517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3B2799C1-CB06-E289-B7D6-C789A2E5EC56}"/>
              </a:ext>
            </a:extLst>
          </p:cNvPr>
          <p:cNvCxnSpPr>
            <a:cxnSpLocks/>
            <a:stCxn id="70" idx="2"/>
            <a:endCxn id="271" idx="0"/>
          </p:cNvCxnSpPr>
          <p:nvPr/>
        </p:nvCxnSpPr>
        <p:spPr>
          <a:xfrm>
            <a:off x="10994285" y="5852264"/>
            <a:ext cx="560142" cy="7995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83" name="Rechteck 282">
            <a:extLst>
              <a:ext uri="{FF2B5EF4-FFF2-40B4-BE49-F238E27FC236}">
                <a16:creationId xmlns:a16="http://schemas.microsoft.com/office/drawing/2014/main" id="{3BA19841-BCE3-097C-31B2-1AF04A162D8A}"/>
              </a:ext>
            </a:extLst>
          </p:cNvPr>
          <p:cNvSpPr/>
          <p:nvPr/>
        </p:nvSpPr>
        <p:spPr>
          <a:xfrm>
            <a:off x="12541165" y="6641538"/>
            <a:ext cx="1685583" cy="50425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card-slot = [cardSlot]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_modem = [local-id] / [modemUuid]</a:t>
            </a:r>
          </a:p>
        </p:txBody>
      </p:sp>
      <p:cxnSp>
        <p:nvCxnSpPr>
          <p:cNvPr id="284" name="Gerade Verbindung mit Pfeil 283">
            <a:extLst>
              <a:ext uri="{FF2B5EF4-FFF2-40B4-BE49-F238E27FC236}">
                <a16:creationId xmlns:a16="http://schemas.microsoft.com/office/drawing/2014/main" id="{A7C25ACE-4B97-6609-6D23-8E785CA3E4EE}"/>
              </a:ext>
            </a:extLst>
          </p:cNvPr>
          <p:cNvCxnSpPr>
            <a:cxnSpLocks/>
            <a:stCxn id="271" idx="3"/>
            <a:endCxn id="283" idx="1"/>
          </p:cNvCxnSpPr>
          <p:nvPr/>
        </p:nvCxnSpPr>
        <p:spPr>
          <a:xfrm>
            <a:off x="11823076" y="6874556"/>
            <a:ext cx="718089" cy="191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326</Words>
  <Application>Microsoft Office PowerPoint</Application>
  <PresentationFormat>Benutzerdefiniert</PresentationFormat>
  <Paragraphs>73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87</cp:revision>
  <dcterms:created xsi:type="dcterms:W3CDTF">2025-01-24T13:53:29Z</dcterms:created>
  <dcterms:modified xsi:type="dcterms:W3CDTF">2025-04-29T16:20:50Z</dcterms:modified>
</cp:coreProperties>
</file>