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4"/>
  </p:notesMasterIdLst>
  <p:sldIdLst>
    <p:sldId id="302" r:id="rId2"/>
    <p:sldId id="303" r:id="rId3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5950" autoAdjust="0"/>
  </p:normalViewPr>
  <p:slideViewPr>
    <p:cSldViewPr snapToGrid="0">
      <p:cViewPr>
        <p:scale>
          <a:sx n="100" d="100"/>
          <a:sy n="100" d="100"/>
        </p:scale>
        <p:origin x="738" y="7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30.04.2025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hteck 217">
            <a:extLst>
              <a:ext uri="{FF2B5EF4-FFF2-40B4-BE49-F238E27FC236}">
                <a16:creationId xmlns:a16="http://schemas.microsoft.com/office/drawing/2014/main" id="{2C8F2BC9-51B6-D7C0-421E-11A9A43DA250}"/>
              </a:ext>
            </a:extLst>
          </p:cNvPr>
          <p:cNvSpPr/>
          <p:nvPr/>
        </p:nvSpPr>
        <p:spPr>
          <a:xfrm>
            <a:off x="1548387" y="128835"/>
            <a:ext cx="15456877" cy="867926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LILW-Domain</a:t>
            </a:r>
          </a:p>
        </p:txBody>
      </p:sp>
      <p:sp>
        <p:nvSpPr>
          <p:cNvPr id="211" name="Rechteck 210">
            <a:extLst>
              <a:ext uri="{FF2B5EF4-FFF2-40B4-BE49-F238E27FC236}">
                <a16:creationId xmlns:a16="http://schemas.microsoft.com/office/drawing/2014/main" id="{C1EFB502-BFB0-C3A7-D252-FF3C381A4DB7}"/>
              </a:ext>
            </a:extLst>
          </p:cNvPr>
          <p:cNvSpPr/>
          <p:nvPr/>
        </p:nvSpPr>
        <p:spPr>
          <a:xfrm>
            <a:off x="1794584" y="2341094"/>
            <a:ext cx="14929326" cy="621948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3E682F4F-1921-DBCC-1F22-B788C655D5FB}"/>
              </a:ext>
            </a:extLst>
          </p:cNvPr>
          <p:cNvSpPr/>
          <p:nvPr/>
        </p:nvSpPr>
        <p:spPr>
          <a:xfrm>
            <a:off x="3968228" y="3845387"/>
            <a:ext cx="12482387" cy="44681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9580314" y="41149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9848964" y="4560509"/>
            <a:ext cx="0" cy="8377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7150414" y="66461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[*]</a:t>
            </a:r>
          </a:p>
        </p:txBody>
      </p: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4247720" y="6983494"/>
            <a:ext cx="2329089" cy="112003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0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upper-frequency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lower-frequency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band-position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bandwidth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minimum-modulation-scheme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maximum-modulation-scheme = [planning] / [live]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clear-sky-modulation = [planning] / [live]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6576809" y="6868917"/>
            <a:ext cx="573605" cy="6745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6623805" y="4114298"/>
            <a:ext cx="2377663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local-id=[mountNameA/B]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_template=[deviceTemplateName]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9001468" y="4337723"/>
            <a:ext cx="578846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2037390" y="3850254"/>
            <a:ext cx="1930625" cy="4465071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2196046" y="412002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2117173" y="5374551"/>
            <a:ext cx="1756328" cy="52742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 / [uuid]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linktp*[{#n,_cc,_ltp,_lp}]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candidate-score = [1] / [candidateScore]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2464696" y="4565596"/>
            <a:ext cx="530641" cy="808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  <a:endCxn id="223" idx="1"/>
          </p:cNvCxnSpPr>
          <p:nvPr/>
        </p:nvCxnSpPr>
        <p:spPr>
          <a:xfrm>
            <a:off x="2464696" y="4565596"/>
            <a:ext cx="4685718" cy="23033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5551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216" idx="2"/>
            <a:endCxn id="70" idx="0"/>
          </p:cNvCxnSpPr>
          <p:nvPr/>
        </p:nvCxnSpPr>
        <p:spPr>
          <a:xfrm rot="16200000" flipH="1">
            <a:off x="9998533" y="4410939"/>
            <a:ext cx="846183" cy="1145321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7171533" y="66654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5962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7643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6623806" y="5230671"/>
            <a:ext cx="2377664" cy="8727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[LinkId] / [airInterfaceUuid]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external-label = [LinkId] / [externalLabel]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reliability-score = [ofInputData] / [ofConfiguredValue]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_equipment[*] = 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_connector = local-id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9580314" y="539822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9580314" y="664613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cxnSpLocks/>
            <a:stCxn id="25" idx="2"/>
            <a:endCxn id="35" idx="0"/>
          </p:cNvCxnSpPr>
          <p:nvPr/>
        </p:nvCxnSpPr>
        <p:spPr>
          <a:xfrm>
            <a:off x="9848964" y="5843798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8311867" y="6868917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>
            <a:off x="9001470" y="5621012"/>
            <a:ext cx="578844" cy="460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7929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1328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762526"/>
            <a:ext cx="1433" cy="37034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1"/>
            <a:endCxn id="74" idx="3"/>
          </p:cNvCxnSpPr>
          <p:nvPr/>
        </p:nvCxnSpPr>
        <p:spPr>
          <a:xfrm flipH="1" flipV="1">
            <a:off x="8963488" y="2777958"/>
            <a:ext cx="616827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426189" y="255517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531897" y="256139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693350" y="2777958"/>
            <a:ext cx="732839" cy="621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247720" y="2505815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6063503" y="2784176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69"/>
            <a:ext cx="722507" cy="4247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>
            <a:off x="7714446" y="540148"/>
            <a:ext cx="711743" cy="309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2192833" y="750221"/>
            <a:ext cx="1905036" cy="10565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local-id=[LinkId]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priority-band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 flipV="1">
            <a:off x="11265475" y="1278490"/>
            <a:ext cx="927358" cy="771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D9C5C64-6EB4-4477-702C-4A3C3F24EDF8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flipH="1">
            <a:off x="9848964" y="3000745"/>
            <a:ext cx="1" cy="11141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Abgerundetes Rechteck 1">
            <a:extLst>
              <a:ext uri="{FF2B5EF4-FFF2-40B4-BE49-F238E27FC236}">
                <a16:creationId xmlns:a16="http://schemas.microsoft.com/office/drawing/2014/main" id="{C0BF25FF-18C7-A4CF-F5A4-4B97E69FD229}"/>
              </a:ext>
            </a:extLst>
          </p:cNvPr>
          <p:cNvSpPr/>
          <p:nvPr/>
        </p:nvSpPr>
        <p:spPr>
          <a:xfrm>
            <a:off x="10725635" y="540669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3" name="Abgerundetes Rechteck 8">
            <a:extLst>
              <a:ext uri="{FF2B5EF4-FFF2-40B4-BE49-F238E27FC236}">
                <a16:creationId xmlns:a16="http://schemas.microsoft.com/office/drawing/2014/main" id="{443F278C-B2D1-E3AD-7966-8D59EA4283D5}"/>
              </a:ext>
            </a:extLst>
          </p:cNvPr>
          <p:cNvSpPr/>
          <p:nvPr/>
        </p:nvSpPr>
        <p:spPr>
          <a:xfrm>
            <a:off x="12531382" y="42168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idu [1]</a:t>
            </a: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184AEC20-9B90-B26C-86CE-82CE2A57CFDB}"/>
              </a:ext>
            </a:extLst>
          </p:cNvPr>
          <p:cNvCxnSpPr>
            <a:cxnSpLocks/>
            <a:stCxn id="83" idx="1"/>
            <a:endCxn id="70" idx="3"/>
          </p:cNvCxnSpPr>
          <p:nvPr/>
        </p:nvCxnSpPr>
        <p:spPr>
          <a:xfrm flipH="1">
            <a:off x="11262934" y="4439660"/>
            <a:ext cx="1268448" cy="118981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9C2D2E47-7358-8D95-CAE2-6D5DDED05672}"/>
              </a:ext>
            </a:extLst>
          </p:cNvPr>
          <p:cNvSpPr/>
          <p:nvPr/>
        </p:nvSpPr>
        <p:spPr>
          <a:xfrm>
            <a:off x="14274800" y="4216338"/>
            <a:ext cx="1991421" cy="50425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idu</a:t>
            </a:r>
          </a:p>
          <a:p>
            <a:pPr defTabSz="914400"/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category=idu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(has Holder[*])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8EEA6D8F-4AA5-ED12-D282-D54B57F26EEB}"/>
              </a:ext>
            </a:extLst>
          </p:cNvPr>
          <p:cNvCxnSpPr>
            <a:cxnSpLocks/>
            <a:stCxn id="83" idx="3"/>
            <a:endCxn id="99" idx="1"/>
          </p:cNvCxnSpPr>
          <p:nvPr/>
        </p:nvCxnSpPr>
        <p:spPr>
          <a:xfrm>
            <a:off x="13692835" y="4439660"/>
            <a:ext cx="581965" cy="288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6" name="Abgerundetes Rechteck 8">
            <a:extLst>
              <a:ext uri="{FF2B5EF4-FFF2-40B4-BE49-F238E27FC236}">
                <a16:creationId xmlns:a16="http://schemas.microsoft.com/office/drawing/2014/main" id="{9257A587-AF25-575E-DF47-28FEE0FF18C4}"/>
              </a:ext>
            </a:extLst>
          </p:cNvPr>
          <p:cNvSpPr/>
          <p:nvPr/>
        </p:nvSpPr>
        <p:spPr>
          <a:xfrm>
            <a:off x="12531382" y="500459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modem [*]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9CD9D71B-FBE6-67F6-0E2D-6F94AF73DA04}"/>
              </a:ext>
            </a:extLst>
          </p:cNvPr>
          <p:cNvSpPr/>
          <p:nvPr/>
        </p:nvSpPr>
        <p:spPr>
          <a:xfrm>
            <a:off x="14274800" y="4975554"/>
            <a:ext cx="1991421" cy="71848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[modemUuid]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 = modem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modem-card = [modemCard]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access-port = [accessPort] / [???]</a:t>
            </a:r>
          </a:p>
        </p:txBody>
      </p:sp>
      <p:cxnSp>
        <p:nvCxnSpPr>
          <p:cNvPr id="123" name="Gerade Verbindung mit Pfeil 122">
            <a:extLst>
              <a:ext uri="{FF2B5EF4-FFF2-40B4-BE49-F238E27FC236}">
                <a16:creationId xmlns:a16="http://schemas.microsoft.com/office/drawing/2014/main" id="{9B1ABDE3-BECF-16CE-E3CC-6FA836F4935B}"/>
              </a:ext>
            </a:extLst>
          </p:cNvPr>
          <p:cNvCxnSpPr>
            <a:cxnSpLocks/>
            <a:stCxn id="116" idx="1"/>
            <a:endCxn id="70" idx="3"/>
          </p:cNvCxnSpPr>
          <p:nvPr/>
        </p:nvCxnSpPr>
        <p:spPr>
          <a:xfrm flipH="1">
            <a:off x="11262934" y="5227383"/>
            <a:ext cx="1268448" cy="4020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5" name="Gerade Verbindung mit Pfeil 134">
            <a:extLst>
              <a:ext uri="{FF2B5EF4-FFF2-40B4-BE49-F238E27FC236}">
                <a16:creationId xmlns:a16="http://schemas.microsoft.com/office/drawing/2014/main" id="{C77582F7-6E8A-C9D0-64AD-B8BC745BF518}"/>
              </a:ext>
            </a:extLst>
          </p:cNvPr>
          <p:cNvCxnSpPr>
            <a:cxnSpLocks/>
            <a:stCxn id="116" idx="3"/>
            <a:endCxn id="118" idx="1"/>
          </p:cNvCxnSpPr>
          <p:nvPr/>
        </p:nvCxnSpPr>
        <p:spPr>
          <a:xfrm>
            <a:off x="13692835" y="5227383"/>
            <a:ext cx="581965" cy="1074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2" name="Abgerundetes Rechteck 8">
            <a:extLst>
              <a:ext uri="{FF2B5EF4-FFF2-40B4-BE49-F238E27FC236}">
                <a16:creationId xmlns:a16="http://schemas.microsoft.com/office/drawing/2014/main" id="{901B5190-CC68-3F36-0B15-51F88F37E2A1}"/>
              </a:ext>
            </a:extLst>
          </p:cNvPr>
          <p:cNvSpPr/>
          <p:nvPr/>
        </p:nvSpPr>
        <p:spPr>
          <a:xfrm>
            <a:off x="12531382" y="585226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odu [*]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0B02FDAE-BC7F-0067-F12A-DA7B5CF0CFD2}"/>
              </a:ext>
            </a:extLst>
          </p:cNvPr>
          <p:cNvSpPr/>
          <p:nvPr/>
        </p:nvSpPr>
        <p:spPr>
          <a:xfrm>
            <a:off x="14274800" y="5914688"/>
            <a:ext cx="1991421" cy="61736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[oduUuid]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category=odu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odu-product-code = [oduProductCode] / [???]</a:t>
            </a:r>
          </a:p>
        </p:txBody>
      </p: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C5BAD04C-CAAB-9142-1A9E-BE72A58D1E34}"/>
              </a:ext>
            </a:extLst>
          </p:cNvPr>
          <p:cNvCxnSpPr>
            <a:cxnSpLocks/>
            <a:stCxn id="142" idx="3"/>
            <a:endCxn id="143" idx="1"/>
          </p:cNvCxnSpPr>
          <p:nvPr/>
        </p:nvCxnSpPr>
        <p:spPr>
          <a:xfrm>
            <a:off x="13692835" y="6075050"/>
            <a:ext cx="581965" cy="1483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3" name="Gerade Verbindung mit Pfeil 152">
            <a:extLst>
              <a:ext uri="{FF2B5EF4-FFF2-40B4-BE49-F238E27FC236}">
                <a16:creationId xmlns:a16="http://schemas.microsoft.com/office/drawing/2014/main" id="{51D09282-BE07-3240-2165-CB9551908D8C}"/>
              </a:ext>
            </a:extLst>
          </p:cNvPr>
          <p:cNvCxnSpPr>
            <a:cxnSpLocks/>
            <a:stCxn id="142" idx="1"/>
            <a:endCxn id="70" idx="3"/>
          </p:cNvCxnSpPr>
          <p:nvPr/>
        </p:nvCxnSpPr>
        <p:spPr>
          <a:xfrm flipH="1" flipV="1">
            <a:off x="11262934" y="5629478"/>
            <a:ext cx="1268448" cy="4455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1" name="Verbinder: gewinkelt 200">
            <a:extLst>
              <a:ext uri="{FF2B5EF4-FFF2-40B4-BE49-F238E27FC236}">
                <a16:creationId xmlns:a16="http://schemas.microsoft.com/office/drawing/2014/main" id="{F434A457-560C-5719-70F2-1BF2B3AF29BE}"/>
              </a:ext>
            </a:extLst>
          </p:cNvPr>
          <p:cNvCxnSpPr>
            <a:cxnSpLocks/>
            <a:stCxn id="117" idx="2"/>
            <a:endCxn id="87" idx="0"/>
          </p:cNvCxnSpPr>
          <p:nvPr/>
        </p:nvCxnSpPr>
        <p:spPr>
          <a:xfrm rot="5400000">
            <a:off x="5597192" y="-131750"/>
            <a:ext cx="1119279" cy="7384269"/>
          </a:xfrm>
          <a:prstGeom prst="bentConnector3">
            <a:avLst>
              <a:gd name="adj1" fmla="val 5000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7" name="Rechteck 226">
            <a:extLst>
              <a:ext uri="{FF2B5EF4-FFF2-40B4-BE49-F238E27FC236}">
                <a16:creationId xmlns:a16="http://schemas.microsoft.com/office/drawing/2014/main" id="{60042F2A-086F-992C-ED74-613AD545715C}"/>
              </a:ext>
            </a:extLst>
          </p:cNvPr>
          <p:cNvSpPr/>
          <p:nvPr/>
        </p:nvSpPr>
        <p:spPr>
          <a:xfrm>
            <a:off x="5673917" y="5313523"/>
            <a:ext cx="965827" cy="27499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Potential proposal: 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2 reliability-scores</a:t>
            </a:r>
          </a:p>
        </p:txBody>
      </p:sp>
      <p:sp>
        <p:nvSpPr>
          <p:cNvPr id="237" name="Abgerundetes Rechteck 1">
            <a:extLst>
              <a:ext uri="{FF2B5EF4-FFF2-40B4-BE49-F238E27FC236}">
                <a16:creationId xmlns:a16="http://schemas.microsoft.com/office/drawing/2014/main" id="{204A75B0-A4CA-00F1-522F-FA58AA84F06C}"/>
              </a:ext>
            </a:extLst>
          </p:cNvPr>
          <p:cNvSpPr/>
          <p:nvPr/>
        </p:nvSpPr>
        <p:spPr>
          <a:xfrm>
            <a:off x="10731009" y="743042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72681938-662A-B349-E2A6-0503C5198615}"/>
              </a:ext>
            </a:extLst>
          </p:cNvPr>
          <p:cNvCxnSpPr>
            <a:cxnSpLocks/>
            <a:stCxn id="70" idx="2"/>
            <a:endCxn id="237" idx="0"/>
          </p:cNvCxnSpPr>
          <p:nvPr/>
        </p:nvCxnSpPr>
        <p:spPr>
          <a:xfrm>
            <a:off x="10994285" y="5852264"/>
            <a:ext cx="5374" cy="15781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0" name="Rechteck 249">
            <a:extLst>
              <a:ext uri="{FF2B5EF4-FFF2-40B4-BE49-F238E27FC236}">
                <a16:creationId xmlns:a16="http://schemas.microsoft.com/office/drawing/2014/main" id="{2648814B-D7C0-E5A7-C295-B408EF5A1A68}"/>
              </a:ext>
            </a:extLst>
          </p:cNvPr>
          <p:cNvSpPr/>
          <p:nvPr/>
        </p:nvSpPr>
        <p:spPr>
          <a:xfrm>
            <a:off x="5705470" y="5738968"/>
            <a:ext cx="965827" cy="27499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Can we avoid the [*] at equipment?</a:t>
            </a:r>
          </a:p>
        </p:txBody>
      </p:sp>
      <p:sp>
        <p:nvSpPr>
          <p:cNvPr id="268" name="Rechteck 267">
            <a:extLst>
              <a:ext uri="{FF2B5EF4-FFF2-40B4-BE49-F238E27FC236}">
                <a16:creationId xmlns:a16="http://schemas.microsoft.com/office/drawing/2014/main" id="{6E57A78B-A199-2407-1F9F-66A714E22ED9}"/>
              </a:ext>
            </a:extLst>
          </p:cNvPr>
          <p:cNvSpPr/>
          <p:nvPr/>
        </p:nvSpPr>
        <p:spPr>
          <a:xfrm>
            <a:off x="5312905" y="4439660"/>
            <a:ext cx="1476479" cy="27499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if not needed, 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 and P can be deleted</a:t>
            </a:r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EBA4C1DC-89DA-0390-E6D1-705D3E130530}"/>
              </a:ext>
            </a:extLst>
          </p:cNvPr>
          <p:cNvSpPr/>
          <p:nvPr/>
        </p:nvSpPr>
        <p:spPr>
          <a:xfrm>
            <a:off x="5626898" y="2850297"/>
            <a:ext cx="1476479" cy="274997"/>
          </a:xfrm>
          <a:prstGeom prst="rect">
            <a:avLst/>
          </a:prstGeom>
          <a:solidFill>
            <a:srgbClr val="FFFF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if not needed, 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 and P can be deleted</a:t>
            </a:r>
          </a:p>
        </p:txBody>
      </p:sp>
      <p:sp>
        <p:nvSpPr>
          <p:cNvPr id="271" name="Abgerundetes Rechteck 1">
            <a:extLst>
              <a:ext uri="{FF2B5EF4-FFF2-40B4-BE49-F238E27FC236}">
                <a16:creationId xmlns:a16="http://schemas.microsoft.com/office/drawing/2014/main" id="{6F0585D7-D3B8-0B16-593B-3AA1C9E75BC2}"/>
              </a:ext>
            </a:extLst>
          </p:cNvPr>
          <p:cNvSpPr/>
          <p:nvPr/>
        </p:nvSpPr>
        <p:spPr>
          <a:xfrm>
            <a:off x="11285777" y="66517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3B2799C1-CB06-E289-B7D6-C789A2E5EC56}"/>
              </a:ext>
            </a:extLst>
          </p:cNvPr>
          <p:cNvCxnSpPr>
            <a:cxnSpLocks/>
            <a:stCxn id="70" idx="2"/>
            <a:endCxn id="271" idx="0"/>
          </p:cNvCxnSpPr>
          <p:nvPr/>
        </p:nvCxnSpPr>
        <p:spPr>
          <a:xfrm>
            <a:off x="10994285" y="5852264"/>
            <a:ext cx="560142" cy="7995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83" name="Rechteck 282">
            <a:extLst>
              <a:ext uri="{FF2B5EF4-FFF2-40B4-BE49-F238E27FC236}">
                <a16:creationId xmlns:a16="http://schemas.microsoft.com/office/drawing/2014/main" id="{3BA19841-BCE3-097C-31B2-1AF04A162D8A}"/>
              </a:ext>
            </a:extLst>
          </p:cNvPr>
          <p:cNvSpPr/>
          <p:nvPr/>
        </p:nvSpPr>
        <p:spPr>
          <a:xfrm>
            <a:off x="12541165" y="6641538"/>
            <a:ext cx="1685583" cy="50425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 [local-id] / [local-id]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card-slot = [cardSlot] / [???]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_modem = [local-id] / [modemUuid]</a:t>
            </a:r>
          </a:p>
        </p:txBody>
      </p:sp>
      <p:cxnSp>
        <p:nvCxnSpPr>
          <p:cNvPr id="284" name="Gerade Verbindung mit Pfeil 283">
            <a:extLst>
              <a:ext uri="{FF2B5EF4-FFF2-40B4-BE49-F238E27FC236}">
                <a16:creationId xmlns:a16="http://schemas.microsoft.com/office/drawing/2014/main" id="{A7C25ACE-4B97-6609-6D23-8E785CA3E4EE}"/>
              </a:ext>
            </a:extLst>
          </p:cNvPr>
          <p:cNvCxnSpPr>
            <a:cxnSpLocks/>
            <a:stCxn id="271" idx="3"/>
            <a:endCxn id="283" idx="1"/>
          </p:cNvCxnSpPr>
          <p:nvPr/>
        </p:nvCxnSpPr>
        <p:spPr>
          <a:xfrm>
            <a:off x="11823076" y="6874556"/>
            <a:ext cx="718089" cy="191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ADAE2AF-3BC3-B985-466C-CCCF136C0C4D}"/>
              </a:ext>
            </a:extLst>
          </p:cNvPr>
          <p:cNvSpPr txBox="1"/>
          <p:nvPr/>
        </p:nvSpPr>
        <p:spPr>
          <a:xfrm>
            <a:off x="821635" y="808383"/>
            <a:ext cx="999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Running</a:t>
            </a:r>
          </a:p>
        </p:txBody>
      </p:sp>
      <p:sp>
        <p:nvSpPr>
          <p:cNvPr id="4" name="Abgerundetes Rechteck 1">
            <a:extLst>
              <a:ext uri="{FF2B5EF4-FFF2-40B4-BE49-F238E27FC236}">
                <a16:creationId xmlns:a16="http://schemas.microsoft.com/office/drawing/2014/main" id="{097003FE-453E-AC0E-A4B5-B46C5038573A}"/>
              </a:ext>
            </a:extLst>
          </p:cNvPr>
          <p:cNvSpPr/>
          <p:nvPr/>
        </p:nvSpPr>
        <p:spPr>
          <a:xfrm>
            <a:off x="1052609" y="15440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" name="Abgerundetes Rechteck 89">
            <a:extLst>
              <a:ext uri="{FF2B5EF4-FFF2-40B4-BE49-F238E27FC236}">
                <a16:creationId xmlns:a16="http://schemas.microsoft.com/office/drawing/2014/main" id="{A73EEBF5-20C9-6DC9-1197-BEB3C18B3BC2}"/>
              </a:ext>
            </a:extLst>
          </p:cNvPr>
          <p:cNvSpPr/>
          <p:nvPr/>
        </p:nvSpPr>
        <p:spPr>
          <a:xfrm>
            <a:off x="2366379" y="15440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6" name="Abgerundetes Rechteck 89">
            <a:extLst>
              <a:ext uri="{FF2B5EF4-FFF2-40B4-BE49-F238E27FC236}">
                <a16:creationId xmlns:a16="http://schemas.microsoft.com/office/drawing/2014/main" id="{D63C9685-F3F2-8E04-C177-78A3FE8378C5}"/>
              </a:ext>
            </a:extLst>
          </p:cNvPr>
          <p:cNvSpPr/>
          <p:nvPr/>
        </p:nvSpPr>
        <p:spPr>
          <a:xfrm>
            <a:off x="2366379" y="23126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D36A46A-7808-A295-096B-5F9A7202D1D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89908" y="1766801"/>
            <a:ext cx="77647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75D0C9-0AFC-826C-4E93-E0C9EDDE277B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1589908" y="1766801"/>
            <a:ext cx="776471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bgerundetes Rechteck 1">
            <a:extLst>
              <a:ext uri="{FF2B5EF4-FFF2-40B4-BE49-F238E27FC236}">
                <a16:creationId xmlns:a16="http://schemas.microsoft.com/office/drawing/2014/main" id="{2F4BDD46-8FE1-E9EE-4668-7A5E0F5811DC}"/>
              </a:ext>
            </a:extLst>
          </p:cNvPr>
          <p:cNvSpPr/>
          <p:nvPr/>
        </p:nvSpPr>
        <p:spPr>
          <a:xfrm>
            <a:off x="7215284" y="15440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2" name="Abgerundetes Rechteck 89">
            <a:extLst>
              <a:ext uri="{FF2B5EF4-FFF2-40B4-BE49-F238E27FC236}">
                <a16:creationId xmlns:a16="http://schemas.microsoft.com/office/drawing/2014/main" id="{AF828BBC-FDF8-3379-5936-D4C8B43EDF10}"/>
              </a:ext>
            </a:extLst>
          </p:cNvPr>
          <p:cNvSpPr/>
          <p:nvPr/>
        </p:nvSpPr>
        <p:spPr>
          <a:xfrm>
            <a:off x="5261979" y="154401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23" name="Abgerundetes Rechteck 89">
            <a:extLst>
              <a:ext uri="{FF2B5EF4-FFF2-40B4-BE49-F238E27FC236}">
                <a16:creationId xmlns:a16="http://schemas.microsoft.com/office/drawing/2014/main" id="{60C35A7C-1F33-05C5-F673-9127704DC48A}"/>
              </a:ext>
            </a:extLst>
          </p:cNvPr>
          <p:cNvSpPr/>
          <p:nvPr/>
        </p:nvSpPr>
        <p:spPr>
          <a:xfrm>
            <a:off x="5261979" y="231264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3D1EF9AE-C8C0-C87E-28E2-46BE1C9DDB11}"/>
              </a:ext>
            </a:extLst>
          </p:cNvPr>
          <p:cNvCxnSpPr>
            <a:cxnSpLocks/>
            <a:stCxn id="21" idx="1"/>
            <a:endCxn id="22" idx="3"/>
          </p:cNvCxnSpPr>
          <p:nvPr/>
        </p:nvCxnSpPr>
        <p:spPr>
          <a:xfrm flipH="1">
            <a:off x="6423432" y="1766801"/>
            <a:ext cx="79185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961DC7F2-4A58-3FE7-B7FA-47F176F07CFF}"/>
              </a:ext>
            </a:extLst>
          </p:cNvPr>
          <p:cNvCxnSpPr>
            <a:cxnSpLocks/>
            <a:stCxn id="21" idx="1"/>
            <a:endCxn id="23" idx="3"/>
          </p:cNvCxnSpPr>
          <p:nvPr/>
        </p:nvCxnSpPr>
        <p:spPr>
          <a:xfrm flipH="1">
            <a:off x="6423432" y="1766801"/>
            <a:ext cx="791852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08127D1-09C5-341F-523E-3EE26B417D75}"/>
              </a:ext>
            </a:extLst>
          </p:cNvPr>
          <p:cNvCxnSpPr>
            <a:stCxn id="5" idx="3"/>
            <a:endCxn id="22" idx="1"/>
          </p:cNvCxnSpPr>
          <p:nvPr/>
        </p:nvCxnSpPr>
        <p:spPr>
          <a:xfrm>
            <a:off x="3527832" y="1766801"/>
            <a:ext cx="1734147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2384DB8-9AFF-BC4F-2EB8-85D4BA01BB22}"/>
              </a:ext>
            </a:extLst>
          </p:cNvPr>
          <p:cNvCxnSpPr>
            <a:cxnSpLocks/>
            <a:stCxn id="6" idx="3"/>
            <a:endCxn id="23" idx="1"/>
          </p:cNvCxnSpPr>
          <p:nvPr/>
        </p:nvCxnSpPr>
        <p:spPr>
          <a:xfrm>
            <a:off x="3527832" y="2535427"/>
            <a:ext cx="1734147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388D120D-4A2F-B01C-C4C8-08A762172B49}"/>
              </a:ext>
            </a:extLst>
          </p:cNvPr>
          <p:cNvSpPr/>
          <p:nvPr/>
        </p:nvSpPr>
        <p:spPr>
          <a:xfrm>
            <a:off x="4183282" y="1531105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512F6955-AA4A-84AE-140B-59FD36659D13}"/>
              </a:ext>
            </a:extLst>
          </p:cNvPr>
          <p:cNvSpPr/>
          <p:nvPr/>
        </p:nvSpPr>
        <p:spPr>
          <a:xfrm>
            <a:off x="4183282" y="2326842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305550002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284D07A6-EA84-5FBE-1754-A3762D04FCA5}"/>
              </a:ext>
            </a:extLst>
          </p:cNvPr>
          <p:cNvSpPr txBox="1"/>
          <p:nvPr/>
        </p:nvSpPr>
        <p:spPr>
          <a:xfrm>
            <a:off x="821635" y="3551810"/>
            <a:ext cx="1361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Operational</a:t>
            </a:r>
          </a:p>
        </p:txBody>
      </p:sp>
      <p:sp>
        <p:nvSpPr>
          <p:cNvPr id="40" name="Abgerundetes Rechteck 1">
            <a:extLst>
              <a:ext uri="{FF2B5EF4-FFF2-40B4-BE49-F238E27FC236}">
                <a16:creationId xmlns:a16="http://schemas.microsoft.com/office/drawing/2014/main" id="{B0B13C56-89FA-AA8E-E079-1FD37F597A57}"/>
              </a:ext>
            </a:extLst>
          </p:cNvPr>
          <p:cNvSpPr/>
          <p:nvPr/>
        </p:nvSpPr>
        <p:spPr>
          <a:xfrm>
            <a:off x="1052609" y="42874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41" name="Abgerundetes Rechteck 89">
            <a:extLst>
              <a:ext uri="{FF2B5EF4-FFF2-40B4-BE49-F238E27FC236}">
                <a16:creationId xmlns:a16="http://schemas.microsoft.com/office/drawing/2014/main" id="{BCDD76B0-741C-42B5-AB68-5521380CADAF}"/>
              </a:ext>
            </a:extLst>
          </p:cNvPr>
          <p:cNvSpPr/>
          <p:nvPr/>
        </p:nvSpPr>
        <p:spPr>
          <a:xfrm>
            <a:off x="2366379" y="428744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42" name="Abgerundetes Rechteck 89">
            <a:extLst>
              <a:ext uri="{FF2B5EF4-FFF2-40B4-BE49-F238E27FC236}">
                <a16:creationId xmlns:a16="http://schemas.microsoft.com/office/drawing/2014/main" id="{CD89B2EC-98C4-5751-7D75-90E6AADE6688}"/>
              </a:ext>
            </a:extLst>
          </p:cNvPr>
          <p:cNvSpPr/>
          <p:nvPr/>
        </p:nvSpPr>
        <p:spPr>
          <a:xfrm>
            <a:off x="2366379" y="50560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5F00F75-9332-4172-2DDB-6E0B344EC0B1}"/>
              </a:ext>
            </a:extLst>
          </p:cNvPr>
          <p:cNvCxnSpPr>
            <a:stCxn id="40" idx="3"/>
            <a:endCxn id="41" idx="1"/>
          </p:cNvCxnSpPr>
          <p:nvPr/>
        </p:nvCxnSpPr>
        <p:spPr>
          <a:xfrm>
            <a:off x="1589908" y="4510228"/>
            <a:ext cx="77647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F522E477-B472-AFA5-96CB-25ECB63AF621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>
          <a:xfrm>
            <a:off x="1589908" y="4510228"/>
            <a:ext cx="776471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Abgerundetes Rechteck 1">
            <a:extLst>
              <a:ext uri="{FF2B5EF4-FFF2-40B4-BE49-F238E27FC236}">
                <a16:creationId xmlns:a16="http://schemas.microsoft.com/office/drawing/2014/main" id="{520B201F-A6CD-E1B9-7FE2-479A6B320884}"/>
              </a:ext>
            </a:extLst>
          </p:cNvPr>
          <p:cNvSpPr/>
          <p:nvPr/>
        </p:nvSpPr>
        <p:spPr>
          <a:xfrm>
            <a:off x="7215284" y="42874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46" name="Abgerundetes Rechteck 89">
            <a:extLst>
              <a:ext uri="{FF2B5EF4-FFF2-40B4-BE49-F238E27FC236}">
                <a16:creationId xmlns:a16="http://schemas.microsoft.com/office/drawing/2014/main" id="{D8EEDDD9-7BCA-0949-4D91-E71A66A0FBE0}"/>
              </a:ext>
            </a:extLst>
          </p:cNvPr>
          <p:cNvSpPr/>
          <p:nvPr/>
        </p:nvSpPr>
        <p:spPr>
          <a:xfrm>
            <a:off x="5261979" y="428744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#1</a:t>
            </a:r>
          </a:p>
        </p:txBody>
      </p:sp>
      <p:sp>
        <p:nvSpPr>
          <p:cNvPr id="47" name="Abgerundetes Rechteck 89">
            <a:extLst>
              <a:ext uri="{FF2B5EF4-FFF2-40B4-BE49-F238E27FC236}">
                <a16:creationId xmlns:a16="http://schemas.microsoft.com/office/drawing/2014/main" id="{EE56F161-F939-C026-587D-C7E655A3ECB4}"/>
              </a:ext>
            </a:extLst>
          </p:cNvPr>
          <p:cNvSpPr/>
          <p:nvPr/>
        </p:nvSpPr>
        <p:spPr>
          <a:xfrm>
            <a:off x="5261979" y="50560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AirInterface #2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345CF39A-DBCC-FC7E-5648-B9014E0BDE58}"/>
              </a:ext>
            </a:extLst>
          </p:cNvPr>
          <p:cNvCxnSpPr>
            <a:cxnSpLocks/>
            <a:stCxn id="45" idx="1"/>
            <a:endCxn id="46" idx="3"/>
          </p:cNvCxnSpPr>
          <p:nvPr/>
        </p:nvCxnSpPr>
        <p:spPr>
          <a:xfrm flipH="1">
            <a:off x="6423432" y="4510228"/>
            <a:ext cx="79185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7AE9BCE-CFA2-3FA6-0928-265A117A3000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flipH="1">
            <a:off x="6423432" y="4510228"/>
            <a:ext cx="791852" cy="76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1486B58F-4900-8663-716A-24B8DECCED56}"/>
              </a:ext>
            </a:extLst>
          </p:cNvPr>
          <p:cNvCxnSpPr>
            <a:stCxn id="41" idx="3"/>
            <a:endCxn id="46" idx="1"/>
          </p:cNvCxnSpPr>
          <p:nvPr/>
        </p:nvCxnSpPr>
        <p:spPr>
          <a:xfrm>
            <a:off x="3527832" y="4510228"/>
            <a:ext cx="1734147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C4F5D91-905B-8A82-30F0-6F28ACEED8AB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3527832" y="5278854"/>
            <a:ext cx="1734147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2AE42F98-2B38-D26A-8D2F-7D1F20273934}"/>
              </a:ext>
            </a:extLst>
          </p:cNvPr>
          <p:cNvCxnSpPr>
            <a:cxnSpLocks/>
            <a:stCxn id="41" idx="3"/>
            <a:endCxn id="47" idx="1"/>
          </p:cNvCxnSpPr>
          <p:nvPr/>
        </p:nvCxnSpPr>
        <p:spPr>
          <a:xfrm>
            <a:off x="3527832" y="4510228"/>
            <a:ext cx="1734147" cy="76862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AD779AC9-FD1D-260E-3F8E-E86C53F4FD02}"/>
              </a:ext>
            </a:extLst>
          </p:cNvPr>
          <p:cNvCxnSpPr>
            <a:cxnSpLocks/>
            <a:stCxn id="42" idx="3"/>
            <a:endCxn id="46" idx="1"/>
          </p:cNvCxnSpPr>
          <p:nvPr/>
        </p:nvCxnSpPr>
        <p:spPr>
          <a:xfrm flipV="1">
            <a:off x="3527832" y="4510228"/>
            <a:ext cx="1734147" cy="768626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A033104E-4A3B-522F-2238-2C63530AEB74}"/>
              </a:ext>
            </a:extLst>
          </p:cNvPr>
          <p:cNvCxnSpPr>
            <a:cxnSpLocks/>
            <a:stCxn id="42" idx="3"/>
          </p:cNvCxnSpPr>
          <p:nvPr/>
        </p:nvCxnSpPr>
        <p:spPr>
          <a:xfrm flipV="1">
            <a:off x="3527832" y="4628721"/>
            <a:ext cx="1734147" cy="650133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F032092-E26D-1B90-BD2E-72B3E4C7AD94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3527832" y="4510228"/>
            <a:ext cx="1734147" cy="639421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3E7F552-6247-942F-149B-B2F4BE1088D8}"/>
              </a:ext>
            </a:extLst>
          </p:cNvPr>
          <p:cNvCxnSpPr/>
          <p:nvPr/>
        </p:nvCxnSpPr>
        <p:spPr>
          <a:xfrm>
            <a:off x="3527832" y="5386528"/>
            <a:ext cx="1734147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C9A4C412-BCBB-33AC-984B-B1834B53C4BF}"/>
              </a:ext>
            </a:extLst>
          </p:cNvPr>
          <p:cNvCxnSpPr>
            <a:cxnSpLocks/>
          </p:cNvCxnSpPr>
          <p:nvPr/>
        </p:nvCxnSpPr>
        <p:spPr>
          <a:xfrm>
            <a:off x="3527832" y="4420050"/>
            <a:ext cx="1734147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FC89CEB9-D499-084D-0F30-40B9451B7F13}"/>
              </a:ext>
            </a:extLst>
          </p:cNvPr>
          <p:cNvSpPr/>
          <p:nvPr/>
        </p:nvSpPr>
        <p:spPr>
          <a:xfrm>
            <a:off x="4379355" y="4199486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0BA63CA-CDAA-B55B-0A46-C06E0BFF959B}"/>
              </a:ext>
            </a:extLst>
          </p:cNvPr>
          <p:cNvSpPr/>
          <p:nvPr/>
        </p:nvSpPr>
        <p:spPr>
          <a:xfrm>
            <a:off x="4379355" y="4663821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4637379A-8802-3B1A-9D98-C4146D84E565}"/>
              </a:ext>
            </a:extLst>
          </p:cNvPr>
          <p:cNvSpPr/>
          <p:nvPr/>
        </p:nvSpPr>
        <p:spPr>
          <a:xfrm>
            <a:off x="4354488" y="5098772"/>
            <a:ext cx="573690" cy="21128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949934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361</Words>
  <Application>Microsoft Office PowerPoint</Application>
  <PresentationFormat>Benutzerdefiniert</PresentationFormat>
  <Paragraphs>92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89</cp:revision>
  <dcterms:created xsi:type="dcterms:W3CDTF">2025-01-24T13:53:29Z</dcterms:created>
  <dcterms:modified xsi:type="dcterms:W3CDTF">2025-04-30T08:47:17Z</dcterms:modified>
</cp:coreProperties>
</file>