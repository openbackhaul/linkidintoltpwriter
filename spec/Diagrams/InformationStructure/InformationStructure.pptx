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6"/>
  </p:notesMasterIdLst>
  <p:sldIdLst>
    <p:sldId id="305" r:id="rId2"/>
    <p:sldId id="302" r:id="rId3"/>
    <p:sldId id="303" r:id="rId4"/>
    <p:sldId id="304" r:id="rId5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5950" autoAdjust="0"/>
  </p:normalViewPr>
  <p:slideViewPr>
    <p:cSldViewPr snapToGrid="0">
      <p:cViewPr>
        <p:scale>
          <a:sx n="100" d="100"/>
          <a:sy n="100" d="100"/>
        </p:scale>
        <p:origin x="-2970" y="65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hteck 217">
            <a:extLst>
              <a:ext uri="{FF2B5EF4-FFF2-40B4-BE49-F238E27FC236}">
                <a16:creationId xmlns:a16="http://schemas.microsoft.com/office/drawing/2014/main" id="{2C8F2BC9-51B6-D7C0-421E-11A9A43DA250}"/>
              </a:ext>
            </a:extLst>
          </p:cNvPr>
          <p:cNvSpPr/>
          <p:nvPr/>
        </p:nvSpPr>
        <p:spPr>
          <a:xfrm>
            <a:off x="5924550" y="134232"/>
            <a:ext cx="11063135" cy="74571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LILW-Domain</a:t>
            </a:r>
          </a:p>
        </p:txBody>
      </p:sp>
      <p:sp>
        <p:nvSpPr>
          <p:cNvPr id="211" name="Rechteck 210">
            <a:extLst>
              <a:ext uri="{FF2B5EF4-FFF2-40B4-BE49-F238E27FC236}">
                <a16:creationId xmlns:a16="http://schemas.microsoft.com/office/drawing/2014/main" id="{C1EFB502-BFB0-C3A7-D252-FF3C381A4DB7}"/>
              </a:ext>
            </a:extLst>
          </p:cNvPr>
          <p:cNvSpPr/>
          <p:nvPr/>
        </p:nvSpPr>
        <p:spPr>
          <a:xfrm>
            <a:off x="6143624" y="2341094"/>
            <a:ext cx="10580285" cy="50115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3E682F4F-1921-DBCC-1F22-B788C655D5FB}"/>
              </a:ext>
            </a:extLst>
          </p:cNvPr>
          <p:cNvSpPr/>
          <p:nvPr/>
        </p:nvSpPr>
        <p:spPr>
          <a:xfrm>
            <a:off x="10725613" y="3845387"/>
            <a:ext cx="5725002" cy="3283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1342439" y="41149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11611089" y="4560509"/>
            <a:ext cx="0" cy="8377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2847035" y="4132860"/>
            <a:ext cx="2377663" cy="31483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local-id=[mountNameA/B] / [mountName]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1879738" y="4290276"/>
            <a:ext cx="967297" cy="474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6352215" y="3850254"/>
            <a:ext cx="4363197" cy="3283971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9236356" y="429027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6601216" y="4274533"/>
            <a:ext cx="1756328" cy="52742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linktp[2] : [{local-id,_cc,_ltp}]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scores : [ { [LinkID],[candidateScore] } 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1"/>
            <a:endCxn id="93" idx="3"/>
          </p:cNvCxnSpPr>
          <p:nvPr/>
        </p:nvCxnSpPr>
        <p:spPr>
          <a:xfrm flipH="1">
            <a:off x="8357544" y="4513062"/>
            <a:ext cx="878812" cy="251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  <a:endCxn id="25" idx="1"/>
          </p:cNvCxnSpPr>
          <p:nvPr/>
        </p:nvCxnSpPr>
        <p:spPr>
          <a:xfrm>
            <a:off x="9505006" y="4735848"/>
            <a:ext cx="1837433" cy="8851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11342440" y="25551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2847035" y="25962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1879739" y="27643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12847034" y="4621572"/>
            <a:ext cx="2377664" cy="20921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[airInterfaceUuid]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external-label = [calculatedLinkId] / [externalLabel]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upper-frequency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lower-frequency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band-position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bandwidth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minimum-modulation-scheme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maximum-modulation-scheme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clear-sky-modulation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slotName = [cardSlot]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modemName = [modemCard]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connectorName = [accessPort]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oduName = [oduProductCode] / [???]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11342439" y="539822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3"/>
            <a:endCxn id="14" idx="1"/>
          </p:cNvCxnSpPr>
          <p:nvPr/>
        </p:nvCxnSpPr>
        <p:spPr>
          <a:xfrm>
            <a:off x="11879738" y="5621012"/>
            <a:ext cx="967296" cy="46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11342439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11611089" y="762267"/>
            <a:ext cx="1" cy="17929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2491734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2490301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1879738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2758951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10188314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8754064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9476571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10725613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3954958" y="750221"/>
            <a:ext cx="1905036" cy="10565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priority-band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3027600" y="1278490"/>
            <a:ext cx="927358" cy="771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D9C5C64-6EB4-4477-702C-4A3C3F24EDF8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flipH="1">
            <a:off x="11611089" y="3000745"/>
            <a:ext cx="1" cy="11141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1" name="Verbinder: gewinkelt 200">
            <a:extLst>
              <a:ext uri="{FF2B5EF4-FFF2-40B4-BE49-F238E27FC236}">
                <a16:creationId xmlns:a16="http://schemas.microsoft.com/office/drawing/2014/main" id="{F434A457-560C-5719-70F2-1BF2B3AF29BE}"/>
              </a:ext>
            </a:extLst>
          </p:cNvPr>
          <p:cNvCxnSpPr>
            <a:cxnSpLocks/>
            <a:stCxn id="117" idx="2"/>
            <a:endCxn id="87" idx="0"/>
          </p:cNvCxnSpPr>
          <p:nvPr/>
        </p:nvCxnSpPr>
        <p:spPr>
          <a:xfrm rot="5400000">
            <a:off x="9913283" y="2592468"/>
            <a:ext cx="1289531" cy="2106084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841036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hteck 217">
            <a:extLst>
              <a:ext uri="{FF2B5EF4-FFF2-40B4-BE49-F238E27FC236}">
                <a16:creationId xmlns:a16="http://schemas.microsoft.com/office/drawing/2014/main" id="{2C8F2BC9-51B6-D7C0-421E-11A9A43DA250}"/>
              </a:ext>
            </a:extLst>
          </p:cNvPr>
          <p:cNvSpPr/>
          <p:nvPr/>
        </p:nvSpPr>
        <p:spPr>
          <a:xfrm>
            <a:off x="1548387" y="128835"/>
            <a:ext cx="15456877" cy="86792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LILW-Domain</a:t>
            </a:r>
          </a:p>
        </p:txBody>
      </p:sp>
      <p:sp>
        <p:nvSpPr>
          <p:cNvPr id="211" name="Rechteck 210">
            <a:extLst>
              <a:ext uri="{FF2B5EF4-FFF2-40B4-BE49-F238E27FC236}">
                <a16:creationId xmlns:a16="http://schemas.microsoft.com/office/drawing/2014/main" id="{C1EFB502-BFB0-C3A7-D252-FF3C381A4DB7}"/>
              </a:ext>
            </a:extLst>
          </p:cNvPr>
          <p:cNvSpPr/>
          <p:nvPr/>
        </p:nvSpPr>
        <p:spPr>
          <a:xfrm>
            <a:off x="1794584" y="2341094"/>
            <a:ext cx="14929326" cy="621948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3E682F4F-1921-DBCC-1F22-B788C655D5FB}"/>
              </a:ext>
            </a:extLst>
          </p:cNvPr>
          <p:cNvSpPr/>
          <p:nvPr/>
        </p:nvSpPr>
        <p:spPr>
          <a:xfrm>
            <a:off x="3968228" y="3845387"/>
            <a:ext cx="12482387" cy="44681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9580314" y="41149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9848964" y="4560509"/>
            <a:ext cx="0" cy="8377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7150414" y="66461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[*]</a:t>
            </a:r>
          </a:p>
        </p:txBody>
      </p: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4247720" y="6983494"/>
            <a:ext cx="2329089" cy="112003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0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upper-frequency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lower-frequency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band-position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bandwidth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minimum-modulation-scheme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maximum-modulation-scheme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clear-sky-modulation = [planning] / [live]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6576809" y="6868917"/>
            <a:ext cx="573605" cy="6745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6623805" y="4114298"/>
            <a:ext cx="2377663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local-id=[mountNameA/B] / [mountName]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9001468" y="4337723"/>
            <a:ext cx="578846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2037390" y="3850254"/>
            <a:ext cx="1930625" cy="4465071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2196046" y="412002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2117173" y="5374551"/>
            <a:ext cx="1756328" cy="52742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linktp[2] : [{local-id,_cc,_ltp,_lp}]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scores : [ { [LinkID],[candidateScore] } 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2464696" y="4565596"/>
            <a:ext cx="530641" cy="808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  <a:endCxn id="223" idx="1"/>
          </p:cNvCxnSpPr>
          <p:nvPr/>
        </p:nvCxnSpPr>
        <p:spPr>
          <a:xfrm>
            <a:off x="2464696" y="4565596"/>
            <a:ext cx="4685718" cy="23033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5551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216" idx="2"/>
            <a:endCxn id="70" idx="0"/>
          </p:cNvCxnSpPr>
          <p:nvPr/>
        </p:nvCxnSpPr>
        <p:spPr>
          <a:xfrm rot="16200000" flipH="1">
            <a:off x="9998533" y="4410939"/>
            <a:ext cx="846183" cy="1145321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7171533" y="66654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5962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7643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5471547" y="5230671"/>
            <a:ext cx="3529924" cy="8727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[airInterfaceUuid]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_equipment[*] = [modemLocalId, oduLocalId] / [modemUuid, oduUuid]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external-label = [calculatedLinkId] / [externalLabel]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9580314" y="539822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9580314" y="664613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cxnSpLocks/>
            <a:stCxn id="25" idx="2"/>
            <a:endCxn id="35" idx="0"/>
          </p:cNvCxnSpPr>
          <p:nvPr/>
        </p:nvCxnSpPr>
        <p:spPr>
          <a:xfrm>
            <a:off x="9848964" y="5843798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8311867" y="6868917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>
            <a:off x="9001471" y="5621012"/>
            <a:ext cx="578843" cy="460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7929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7714446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2192833" y="750221"/>
            <a:ext cx="1905036" cy="10565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priority-band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1265475" y="1278490"/>
            <a:ext cx="927358" cy="771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D9C5C64-6EB4-4477-702C-4A3C3F24EDF8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flipH="1">
            <a:off x="9848964" y="3000745"/>
            <a:ext cx="1" cy="11141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Abgerundetes Rechteck 1">
            <a:extLst>
              <a:ext uri="{FF2B5EF4-FFF2-40B4-BE49-F238E27FC236}">
                <a16:creationId xmlns:a16="http://schemas.microsoft.com/office/drawing/2014/main" id="{C0BF25FF-18C7-A4CF-F5A4-4B97E69FD229}"/>
              </a:ext>
            </a:extLst>
          </p:cNvPr>
          <p:cNvSpPr/>
          <p:nvPr/>
        </p:nvSpPr>
        <p:spPr>
          <a:xfrm>
            <a:off x="10725635" y="540669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3" name="Abgerundetes Rechteck 8">
            <a:extLst>
              <a:ext uri="{FF2B5EF4-FFF2-40B4-BE49-F238E27FC236}">
                <a16:creationId xmlns:a16="http://schemas.microsoft.com/office/drawing/2014/main" id="{443F278C-B2D1-E3AD-7966-8D59EA4283D5}"/>
              </a:ext>
            </a:extLst>
          </p:cNvPr>
          <p:cNvSpPr/>
          <p:nvPr/>
        </p:nvSpPr>
        <p:spPr>
          <a:xfrm>
            <a:off x="12531382" y="42168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idu [1]</a:t>
            </a: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184AEC20-9B90-B26C-86CE-82CE2A57CFDB}"/>
              </a:ext>
            </a:extLst>
          </p:cNvPr>
          <p:cNvCxnSpPr>
            <a:cxnSpLocks/>
            <a:stCxn id="83" idx="1"/>
            <a:endCxn id="70" idx="3"/>
          </p:cNvCxnSpPr>
          <p:nvPr/>
        </p:nvCxnSpPr>
        <p:spPr>
          <a:xfrm flipH="1">
            <a:off x="11262934" y="4439660"/>
            <a:ext cx="1268448" cy="118981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9C2D2E47-7358-8D95-CAE2-6D5DDED05672}"/>
              </a:ext>
            </a:extLst>
          </p:cNvPr>
          <p:cNvSpPr/>
          <p:nvPr/>
        </p:nvSpPr>
        <p:spPr>
          <a:xfrm>
            <a:off x="14274800" y="4216338"/>
            <a:ext cx="1991421" cy="50425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idu / [iduUuid]</a:t>
            </a:r>
          </a:p>
          <a:p>
            <a:pPr defTabSz="914400"/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category=idu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(has Holder[*])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8EEA6D8F-4AA5-ED12-D282-D54B57F26EEB}"/>
              </a:ext>
            </a:extLst>
          </p:cNvPr>
          <p:cNvCxnSpPr>
            <a:cxnSpLocks/>
            <a:stCxn id="83" idx="3"/>
            <a:endCxn id="99" idx="1"/>
          </p:cNvCxnSpPr>
          <p:nvPr/>
        </p:nvCxnSpPr>
        <p:spPr>
          <a:xfrm>
            <a:off x="13692835" y="4439660"/>
            <a:ext cx="581965" cy="288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6" name="Abgerundetes Rechteck 8">
            <a:extLst>
              <a:ext uri="{FF2B5EF4-FFF2-40B4-BE49-F238E27FC236}">
                <a16:creationId xmlns:a16="http://schemas.microsoft.com/office/drawing/2014/main" id="{9257A587-AF25-575E-DF47-28FEE0FF18C4}"/>
              </a:ext>
            </a:extLst>
          </p:cNvPr>
          <p:cNvSpPr/>
          <p:nvPr/>
        </p:nvSpPr>
        <p:spPr>
          <a:xfrm>
            <a:off x="12531382" y="500459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modem [*]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9CD9D71B-FBE6-67F6-0E2D-6F94AF73DA04}"/>
              </a:ext>
            </a:extLst>
          </p:cNvPr>
          <p:cNvSpPr/>
          <p:nvPr/>
        </p:nvSpPr>
        <p:spPr>
          <a:xfrm>
            <a:off x="14274800" y="4975554"/>
            <a:ext cx="1991421" cy="71848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[modemUuid]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 = modem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equipmentName = [modemCard]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(has Holder[*])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9B1ABDE3-BECF-16CE-E3CC-6FA836F4935B}"/>
              </a:ext>
            </a:extLst>
          </p:cNvPr>
          <p:cNvCxnSpPr>
            <a:cxnSpLocks/>
            <a:stCxn id="116" idx="1"/>
            <a:endCxn id="70" idx="3"/>
          </p:cNvCxnSpPr>
          <p:nvPr/>
        </p:nvCxnSpPr>
        <p:spPr>
          <a:xfrm flipH="1">
            <a:off x="11262934" y="5227383"/>
            <a:ext cx="1268448" cy="4020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Gerade Verbindung mit Pfeil 134">
            <a:extLst>
              <a:ext uri="{FF2B5EF4-FFF2-40B4-BE49-F238E27FC236}">
                <a16:creationId xmlns:a16="http://schemas.microsoft.com/office/drawing/2014/main" id="{C77582F7-6E8A-C9D0-64AD-B8BC745BF518}"/>
              </a:ext>
            </a:extLst>
          </p:cNvPr>
          <p:cNvCxnSpPr>
            <a:cxnSpLocks/>
            <a:stCxn id="116" idx="3"/>
            <a:endCxn id="118" idx="1"/>
          </p:cNvCxnSpPr>
          <p:nvPr/>
        </p:nvCxnSpPr>
        <p:spPr>
          <a:xfrm>
            <a:off x="13692835" y="5227383"/>
            <a:ext cx="581965" cy="1074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2" name="Abgerundetes Rechteck 8">
            <a:extLst>
              <a:ext uri="{FF2B5EF4-FFF2-40B4-BE49-F238E27FC236}">
                <a16:creationId xmlns:a16="http://schemas.microsoft.com/office/drawing/2014/main" id="{901B5190-CC68-3F36-0B15-51F88F37E2A1}"/>
              </a:ext>
            </a:extLst>
          </p:cNvPr>
          <p:cNvSpPr/>
          <p:nvPr/>
        </p:nvSpPr>
        <p:spPr>
          <a:xfrm>
            <a:off x="12531382" y="585226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odu [*]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B02FDAE-BC7F-0067-F12A-DA7B5CF0CFD2}"/>
              </a:ext>
            </a:extLst>
          </p:cNvPr>
          <p:cNvSpPr/>
          <p:nvPr/>
        </p:nvSpPr>
        <p:spPr>
          <a:xfrm>
            <a:off x="14274800" y="5914688"/>
            <a:ext cx="1991421" cy="61736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[oduUuid]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category=odu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equipmentName = [oduProductCode] / [???]</a:t>
            </a:r>
          </a:p>
        </p:txBody>
      </p: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C5BAD04C-CAAB-9142-1A9E-BE72A58D1E34}"/>
              </a:ext>
            </a:extLst>
          </p:cNvPr>
          <p:cNvCxnSpPr>
            <a:cxnSpLocks/>
            <a:stCxn id="142" idx="3"/>
            <a:endCxn id="143" idx="1"/>
          </p:cNvCxnSpPr>
          <p:nvPr/>
        </p:nvCxnSpPr>
        <p:spPr>
          <a:xfrm>
            <a:off x="13692835" y="6075050"/>
            <a:ext cx="581965" cy="1483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51D09282-BE07-3240-2165-CB9551908D8C}"/>
              </a:ext>
            </a:extLst>
          </p:cNvPr>
          <p:cNvCxnSpPr>
            <a:cxnSpLocks/>
            <a:stCxn id="142" idx="1"/>
            <a:endCxn id="70" idx="3"/>
          </p:cNvCxnSpPr>
          <p:nvPr/>
        </p:nvCxnSpPr>
        <p:spPr>
          <a:xfrm flipH="1" flipV="1">
            <a:off x="11262934" y="5629478"/>
            <a:ext cx="1268448" cy="4455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1" name="Verbinder: gewinkelt 200">
            <a:extLst>
              <a:ext uri="{FF2B5EF4-FFF2-40B4-BE49-F238E27FC236}">
                <a16:creationId xmlns:a16="http://schemas.microsoft.com/office/drawing/2014/main" id="{F434A457-560C-5719-70F2-1BF2B3AF29BE}"/>
              </a:ext>
            </a:extLst>
          </p:cNvPr>
          <p:cNvCxnSpPr>
            <a:cxnSpLocks/>
            <a:stCxn id="117" idx="2"/>
            <a:endCxn id="87" idx="0"/>
          </p:cNvCxnSpPr>
          <p:nvPr/>
        </p:nvCxnSpPr>
        <p:spPr>
          <a:xfrm rot="5400000">
            <a:off x="5597192" y="-131750"/>
            <a:ext cx="1119279" cy="7384269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1" name="Abgerundetes Rechteck 1">
            <a:extLst>
              <a:ext uri="{FF2B5EF4-FFF2-40B4-BE49-F238E27FC236}">
                <a16:creationId xmlns:a16="http://schemas.microsoft.com/office/drawing/2014/main" id="{6F0585D7-D3B8-0B16-593B-3AA1C9E75BC2}"/>
              </a:ext>
            </a:extLst>
          </p:cNvPr>
          <p:cNvSpPr/>
          <p:nvPr/>
        </p:nvSpPr>
        <p:spPr>
          <a:xfrm>
            <a:off x="11285777" y="66517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3B2799C1-CB06-E289-B7D6-C789A2E5EC56}"/>
              </a:ext>
            </a:extLst>
          </p:cNvPr>
          <p:cNvCxnSpPr>
            <a:cxnSpLocks/>
            <a:stCxn id="70" idx="2"/>
            <a:endCxn id="271" idx="0"/>
          </p:cNvCxnSpPr>
          <p:nvPr/>
        </p:nvCxnSpPr>
        <p:spPr>
          <a:xfrm>
            <a:off x="10994285" y="5852264"/>
            <a:ext cx="560142" cy="7995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83" name="Rechteck 282">
            <a:extLst>
              <a:ext uri="{FF2B5EF4-FFF2-40B4-BE49-F238E27FC236}">
                <a16:creationId xmlns:a16="http://schemas.microsoft.com/office/drawing/2014/main" id="{3BA19841-BCE3-097C-31B2-1AF04A162D8A}"/>
              </a:ext>
            </a:extLst>
          </p:cNvPr>
          <p:cNvSpPr/>
          <p:nvPr/>
        </p:nvSpPr>
        <p:spPr>
          <a:xfrm>
            <a:off x="12541165" y="6641538"/>
            <a:ext cx="1822535" cy="102089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[holderLocalId]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holderName = 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   for modem: [cardSlot]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   for odu: [accessPort]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_fru 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   for modem: [local-id] / [modemUuid]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   for odu: [local-id] / [oduUuid]</a:t>
            </a:r>
          </a:p>
        </p:txBody>
      </p:sp>
      <p:cxnSp>
        <p:nvCxnSpPr>
          <p:cNvPr id="284" name="Gerade Verbindung mit Pfeil 283">
            <a:extLst>
              <a:ext uri="{FF2B5EF4-FFF2-40B4-BE49-F238E27FC236}">
                <a16:creationId xmlns:a16="http://schemas.microsoft.com/office/drawing/2014/main" id="{A7C25ACE-4B97-6609-6D23-8E785CA3E4EE}"/>
              </a:ext>
            </a:extLst>
          </p:cNvPr>
          <p:cNvCxnSpPr>
            <a:cxnSpLocks/>
            <a:stCxn id="271" idx="3"/>
            <a:endCxn id="283" idx="1"/>
          </p:cNvCxnSpPr>
          <p:nvPr/>
        </p:nvCxnSpPr>
        <p:spPr>
          <a:xfrm>
            <a:off x="11823076" y="6874556"/>
            <a:ext cx="718089" cy="27742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A78E0D56-0571-802A-E37D-76471F5BFF10}"/>
              </a:ext>
            </a:extLst>
          </p:cNvPr>
          <p:cNvSpPr txBox="1"/>
          <p:nvPr/>
        </p:nvSpPr>
        <p:spPr>
          <a:xfrm>
            <a:off x="4807555" y="9183686"/>
            <a:ext cx="9403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/domain-controller/function=cyclic-reading/parameter=sliding-window-size/parameter-value</a:t>
            </a:r>
          </a:p>
        </p:txBody>
      </p: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ADAE2AF-3BC3-B985-466C-CCCF136C0C4D}"/>
              </a:ext>
            </a:extLst>
          </p:cNvPr>
          <p:cNvSpPr txBox="1"/>
          <p:nvPr/>
        </p:nvSpPr>
        <p:spPr>
          <a:xfrm>
            <a:off x="821635" y="808383"/>
            <a:ext cx="999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Running</a:t>
            </a:r>
          </a:p>
        </p:txBody>
      </p:sp>
      <p:sp>
        <p:nvSpPr>
          <p:cNvPr id="4" name="Abgerundetes Rechteck 1">
            <a:extLst>
              <a:ext uri="{FF2B5EF4-FFF2-40B4-BE49-F238E27FC236}">
                <a16:creationId xmlns:a16="http://schemas.microsoft.com/office/drawing/2014/main" id="{097003FE-453E-AC0E-A4B5-B46C5038573A}"/>
              </a:ext>
            </a:extLst>
          </p:cNvPr>
          <p:cNvSpPr/>
          <p:nvPr/>
        </p:nvSpPr>
        <p:spPr>
          <a:xfrm>
            <a:off x="1052609" y="15440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" name="Abgerundetes Rechteck 89">
            <a:extLst>
              <a:ext uri="{FF2B5EF4-FFF2-40B4-BE49-F238E27FC236}">
                <a16:creationId xmlns:a16="http://schemas.microsoft.com/office/drawing/2014/main" id="{A73EEBF5-20C9-6DC9-1197-BEB3C18B3BC2}"/>
              </a:ext>
            </a:extLst>
          </p:cNvPr>
          <p:cNvSpPr/>
          <p:nvPr/>
        </p:nvSpPr>
        <p:spPr>
          <a:xfrm>
            <a:off x="2366379" y="15440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6" name="Abgerundetes Rechteck 89">
            <a:extLst>
              <a:ext uri="{FF2B5EF4-FFF2-40B4-BE49-F238E27FC236}">
                <a16:creationId xmlns:a16="http://schemas.microsoft.com/office/drawing/2014/main" id="{D63C9685-F3F2-8E04-C177-78A3FE8378C5}"/>
              </a:ext>
            </a:extLst>
          </p:cNvPr>
          <p:cNvSpPr/>
          <p:nvPr/>
        </p:nvSpPr>
        <p:spPr>
          <a:xfrm>
            <a:off x="2366379" y="23126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D36A46A-7808-A295-096B-5F9A7202D1D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89908" y="1766801"/>
            <a:ext cx="77647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75D0C9-0AFC-826C-4E93-E0C9EDDE277B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1589908" y="1766801"/>
            <a:ext cx="776471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bgerundetes Rechteck 1">
            <a:extLst>
              <a:ext uri="{FF2B5EF4-FFF2-40B4-BE49-F238E27FC236}">
                <a16:creationId xmlns:a16="http://schemas.microsoft.com/office/drawing/2014/main" id="{2F4BDD46-8FE1-E9EE-4668-7A5E0F5811DC}"/>
              </a:ext>
            </a:extLst>
          </p:cNvPr>
          <p:cNvSpPr/>
          <p:nvPr/>
        </p:nvSpPr>
        <p:spPr>
          <a:xfrm>
            <a:off x="7215284" y="15440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2" name="Abgerundetes Rechteck 89">
            <a:extLst>
              <a:ext uri="{FF2B5EF4-FFF2-40B4-BE49-F238E27FC236}">
                <a16:creationId xmlns:a16="http://schemas.microsoft.com/office/drawing/2014/main" id="{AF828BBC-FDF8-3379-5936-D4C8B43EDF10}"/>
              </a:ext>
            </a:extLst>
          </p:cNvPr>
          <p:cNvSpPr/>
          <p:nvPr/>
        </p:nvSpPr>
        <p:spPr>
          <a:xfrm>
            <a:off x="5261979" y="15440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23" name="Abgerundetes Rechteck 89">
            <a:extLst>
              <a:ext uri="{FF2B5EF4-FFF2-40B4-BE49-F238E27FC236}">
                <a16:creationId xmlns:a16="http://schemas.microsoft.com/office/drawing/2014/main" id="{60C35A7C-1F33-05C5-F673-9127704DC48A}"/>
              </a:ext>
            </a:extLst>
          </p:cNvPr>
          <p:cNvSpPr/>
          <p:nvPr/>
        </p:nvSpPr>
        <p:spPr>
          <a:xfrm>
            <a:off x="5261979" y="23126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3D1EF9AE-C8C0-C87E-28E2-46BE1C9DDB11}"/>
              </a:ext>
            </a:extLst>
          </p:cNvPr>
          <p:cNvCxnSpPr>
            <a:cxnSpLocks/>
            <a:stCxn id="21" idx="1"/>
            <a:endCxn id="22" idx="3"/>
          </p:cNvCxnSpPr>
          <p:nvPr/>
        </p:nvCxnSpPr>
        <p:spPr>
          <a:xfrm flipH="1">
            <a:off x="6423432" y="1766801"/>
            <a:ext cx="79185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961DC7F2-4A58-3FE7-B7FA-47F176F07CFF}"/>
              </a:ext>
            </a:extLst>
          </p:cNvPr>
          <p:cNvCxnSpPr>
            <a:cxnSpLocks/>
            <a:stCxn id="21" idx="1"/>
            <a:endCxn id="23" idx="3"/>
          </p:cNvCxnSpPr>
          <p:nvPr/>
        </p:nvCxnSpPr>
        <p:spPr>
          <a:xfrm flipH="1">
            <a:off x="6423432" y="1766801"/>
            <a:ext cx="791852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08127D1-09C5-341F-523E-3EE26B417D75}"/>
              </a:ext>
            </a:extLst>
          </p:cNvPr>
          <p:cNvCxnSpPr>
            <a:stCxn id="5" idx="3"/>
            <a:endCxn id="22" idx="1"/>
          </p:cNvCxnSpPr>
          <p:nvPr/>
        </p:nvCxnSpPr>
        <p:spPr>
          <a:xfrm>
            <a:off x="3527832" y="1766801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2384DB8-9AFF-BC4F-2EB8-85D4BA01BB22}"/>
              </a:ext>
            </a:extLst>
          </p:cNvPr>
          <p:cNvCxnSpPr>
            <a:cxnSpLocks/>
            <a:stCxn id="6" idx="3"/>
            <a:endCxn id="23" idx="1"/>
          </p:cNvCxnSpPr>
          <p:nvPr/>
        </p:nvCxnSpPr>
        <p:spPr>
          <a:xfrm>
            <a:off x="3527832" y="2535427"/>
            <a:ext cx="1734147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388D120D-4A2F-B01C-C4C8-08A762172B49}"/>
              </a:ext>
            </a:extLst>
          </p:cNvPr>
          <p:cNvSpPr/>
          <p:nvPr/>
        </p:nvSpPr>
        <p:spPr>
          <a:xfrm>
            <a:off x="4183282" y="1531105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12F6955-AA4A-84AE-140B-59FD36659D13}"/>
              </a:ext>
            </a:extLst>
          </p:cNvPr>
          <p:cNvSpPr/>
          <p:nvPr/>
        </p:nvSpPr>
        <p:spPr>
          <a:xfrm>
            <a:off x="4183282" y="2326842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284D07A6-EA84-5FBE-1754-A3762D04FCA5}"/>
              </a:ext>
            </a:extLst>
          </p:cNvPr>
          <p:cNvSpPr txBox="1"/>
          <p:nvPr/>
        </p:nvSpPr>
        <p:spPr>
          <a:xfrm>
            <a:off x="821635" y="3551810"/>
            <a:ext cx="1361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Operational</a:t>
            </a:r>
          </a:p>
        </p:txBody>
      </p: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B0B13C56-89FA-AA8E-E079-1FD37F597A57}"/>
              </a:ext>
            </a:extLst>
          </p:cNvPr>
          <p:cNvSpPr/>
          <p:nvPr/>
        </p:nvSpPr>
        <p:spPr>
          <a:xfrm>
            <a:off x="1052609" y="42874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41" name="Abgerundetes Rechteck 89">
            <a:extLst>
              <a:ext uri="{FF2B5EF4-FFF2-40B4-BE49-F238E27FC236}">
                <a16:creationId xmlns:a16="http://schemas.microsoft.com/office/drawing/2014/main" id="{BCDD76B0-741C-42B5-AB68-5521380CADAF}"/>
              </a:ext>
            </a:extLst>
          </p:cNvPr>
          <p:cNvSpPr/>
          <p:nvPr/>
        </p:nvSpPr>
        <p:spPr>
          <a:xfrm>
            <a:off x="2366379" y="428744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42" name="Abgerundetes Rechteck 89">
            <a:extLst>
              <a:ext uri="{FF2B5EF4-FFF2-40B4-BE49-F238E27FC236}">
                <a16:creationId xmlns:a16="http://schemas.microsoft.com/office/drawing/2014/main" id="{CD89B2EC-98C4-5751-7D75-90E6AADE6688}"/>
              </a:ext>
            </a:extLst>
          </p:cNvPr>
          <p:cNvSpPr/>
          <p:nvPr/>
        </p:nvSpPr>
        <p:spPr>
          <a:xfrm>
            <a:off x="2366379" y="50560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5F00F75-9332-4172-2DDB-6E0B344EC0B1}"/>
              </a:ext>
            </a:extLst>
          </p:cNvPr>
          <p:cNvCxnSpPr>
            <a:stCxn id="40" idx="3"/>
            <a:endCxn id="41" idx="1"/>
          </p:cNvCxnSpPr>
          <p:nvPr/>
        </p:nvCxnSpPr>
        <p:spPr>
          <a:xfrm>
            <a:off x="1589908" y="4510228"/>
            <a:ext cx="77647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F522E477-B472-AFA5-96CB-25ECB63AF621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>
          <a:xfrm>
            <a:off x="1589908" y="4510228"/>
            <a:ext cx="776471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bgerundetes Rechteck 1">
            <a:extLst>
              <a:ext uri="{FF2B5EF4-FFF2-40B4-BE49-F238E27FC236}">
                <a16:creationId xmlns:a16="http://schemas.microsoft.com/office/drawing/2014/main" id="{520B201F-A6CD-E1B9-7FE2-479A6B320884}"/>
              </a:ext>
            </a:extLst>
          </p:cNvPr>
          <p:cNvSpPr/>
          <p:nvPr/>
        </p:nvSpPr>
        <p:spPr>
          <a:xfrm>
            <a:off x="7215284" y="42874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46" name="Abgerundetes Rechteck 89">
            <a:extLst>
              <a:ext uri="{FF2B5EF4-FFF2-40B4-BE49-F238E27FC236}">
                <a16:creationId xmlns:a16="http://schemas.microsoft.com/office/drawing/2014/main" id="{D8EEDDD9-7BCA-0949-4D91-E71A66A0FBE0}"/>
              </a:ext>
            </a:extLst>
          </p:cNvPr>
          <p:cNvSpPr/>
          <p:nvPr/>
        </p:nvSpPr>
        <p:spPr>
          <a:xfrm>
            <a:off x="5261979" y="428744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47" name="Abgerundetes Rechteck 89">
            <a:extLst>
              <a:ext uri="{FF2B5EF4-FFF2-40B4-BE49-F238E27FC236}">
                <a16:creationId xmlns:a16="http://schemas.microsoft.com/office/drawing/2014/main" id="{EE56F161-F939-C026-587D-C7E655A3ECB4}"/>
              </a:ext>
            </a:extLst>
          </p:cNvPr>
          <p:cNvSpPr/>
          <p:nvPr/>
        </p:nvSpPr>
        <p:spPr>
          <a:xfrm>
            <a:off x="5261979" y="50560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345CF39A-DBCC-FC7E-5648-B9014E0BDE58}"/>
              </a:ext>
            </a:extLst>
          </p:cNvPr>
          <p:cNvCxnSpPr>
            <a:cxnSpLocks/>
            <a:stCxn id="45" idx="1"/>
            <a:endCxn id="46" idx="3"/>
          </p:cNvCxnSpPr>
          <p:nvPr/>
        </p:nvCxnSpPr>
        <p:spPr>
          <a:xfrm flipH="1">
            <a:off x="6423432" y="4510228"/>
            <a:ext cx="79185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7AE9BCE-CFA2-3FA6-0928-265A117A3000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flipH="1">
            <a:off x="6423432" y="4510228"/>
            <a:ext cx="791852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1486B58F-4900-8663-716A-24B8DECCED56}"/>
              </a:ext>
            </a:extLst>
          </p:cNvPr>
          <p:cNvCxnSpPr>
            <a:stCxn id="41" idx="3"/>
            <a:endCxn id="46" idx="1"/>
          </p:cNvCxnSpPr>
          <p:nvPr/>
        </p:nvCxnSpPr>
        <p:spPr>
          <a:xfrm>
            <a:off x="3527832" y="4510228"/>
            <a:ext cx="173414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2AE42F98-2B38-D26A-8D2F-7D1F20273934}"/>
              </a:ext>
            </a:extLst>
          </p:cNvPr>
          <p:cNvCxnSpPr>
            <a:cxnSpLocks/>
            <a:stCxn id="41" idx="3"/>
            <a:endCxn id="47" idx="1"/>
          </p:cNvCxnSpPr>
          <p:nvPr/>
        </p:nvCxnSpPr>
        <p:spPr>
          <a:xfrm>
            <a:off x="3527832" y="4510228"/>
            <a:ext cx="1734147" cy="76862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AD779AC9-FD1D-260E-3F8E-E86C53F4FD02}"/>
              </a:ext>
            </a:extLst>
          </p:cNvPr>
          <p:cNvCxnSpPr>
            <a:cxnSpLocks/>
            <a:stCxn id="42" idx="3"/>
            <a:endCxn id="46" idx="1"/>
          </p:cNvCxnSpPr>
          <p:nvPr/>
        </p:nvCxnSpPr>
        <p:spPr>
          <a:xfrm flipV="1">
            <a:off x="3527832" y="4510228"/>
            <a:ext cx="1734147" cy="76862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3E7F552-6247-942F-149B-B2F4BE1088D8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3527832" y="5278854"/>
            <a:ext cx="173414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EBBC8A5E-680D-6018-21A9-4F821556F1FD}"/>
              </a:ext>
            </a:extLst>
          </p:cNvPr>
          <p:cNvSpPr/>
          <p:nvPr/>
        </p:nvSpPr>
        <p:spPr>
          <a:xfrm>
            <a:off x="1052609" y="1335124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AB2F384-4743-8D1A-8F02-A7F96FB30275}"/>
              </a:ext>
            </a:extLst>
          </p:cNvPr>
          <p:cNvSpPr/>
          <p:nvPr/>
        </p:nvSpPr>
        <p:spPr>
          <a:xfrm>
            <a:off x="7215284" y="1335124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mountNameB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73E044C-4309-EC67-A8E3-93A9E21CC8D6}"/>
              </a:ext>
            </a:extLst>
          </p:cNvPr>
          <p:cNvSpPr/>
          <p:nvPr/>
        </p:nvSpPr>
        <p:spPr>
          <a:xfrm>
            <a:off x="1052609" y="4077976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mountNameA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A9017734-63F9-617D-E29C-F637AE3BFD1E}"/>
              </a:ext>
            </a:extLst>
          </p:cNvPr>
          <p:cNvSpPr/>
          <p:nvPr/>
        </p:nvSpPr>
        <p:spPr>
          <a:xfrm>
            <a:off x="7215284" y="4077976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mountNameB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B5611B1-A6BD-2448-27DE-FF75F7260D8B}"/>
              </a:ext>
            </a:extLst>
          </p:cNvPr>
          <p:cNvSpPr/>
          <p:nvPr/>
        </p:nvSpPr>
        <p:spPr>
          <a:xfrm>
            <a:off x="4107561" y="4195847"/>
            <a:ext cx="762098" cy="29671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m%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n%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475962-0079-6073-6616-88078277CD9E}"/>
              </a:ext>
            </a:extLst>
          </p:cNvPr>
          <p:cNvSpPr/>
          <p:nvPr/>
        </p:nvSpPr>
        <p:spPr>
          <a:xfrm>
            <a:off x="3346460" y="4692330"/>
            <a:ext cx="762098" cy="29671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p%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q%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1DBCEB1-22B6-372B-92BA-67110E6A9E7D}"/>
              </a:ext>
            </a:extLst>
          </p:cNvPr>
          <p:cNvSpPr/>
          <p:nvPr/>
        </p:nvSpPr>
        <p:spPr>
          <a:xfrm>
            <a:off x="4732736" y="4751329"/>
            <a:ext cx="762098" cy="29671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r%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s%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48F61F2-FF4C-E555-C811-AAEC7F2687D8}"/>
              </a:ext>
            </a:extLst>
          </p:cNvPr>
          <p:cNvSpPr/>
          <p:nvPr/>
        </p:nvSpPr>
        <p:spPr>
          <a:xfrm>
            <a:off x="4089078" y="5297169"/>
            <a:ext cx="762098" cy="29671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x%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y%</a:t>
            </a:r>
          </a:p>
        </p:txBody>
      </p:sp>
    </p:spTree>
    <p:extLst>
      <p:ext uri="{BB962C8B-B14F-4D97-AF65-F5344CB8AC3E}">
        <p14:creationId xmlns:p14="http://schemas.microsoft.com/office/powerpoint/2010/main" val="949934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0E700AE2-BF4D-E992-3BF2-7603373737C0}"/>
              </a:ext>
            </a:extLst>
          </p:cNvPr>
          <p:cNvSpPr txBox="1"/>
          <p:nvPr/>
        </p:nvSpPr>
        <p:spPr>
          <a:xfrm>
            <a:off x="3717235" y="3716683"/>
            <a:ext cx="1361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Operational</a:t>
            </a:r>
          </a:p>
        </p:txBody>
      </p:sp>
      <p:sp>
        <p:nvSpPr>
          <p:cNvPr id="3" name="Abgerundetes Rechteck 1">
            <a:extLst>
              <a:ext uri="{FF2B5EF4-FFF2-40B4-BE49-F238E27FC236}">
                <a16:creationId xmlns:a16="http://schemas.microsoft.com/office/drawing/2014/main" id="{1BF7B0C7-C035-EDC4-A5A5-38FA662A50CB}"/>
              </a:ext>
            </a:extLst>
          </p:cNvPr>
          <p:cNvSpPr/>
          <p:nvPr/>
        </p:nvSpPr>
        <p:spPr>
          <a:xfrm>
            <a:off x="3948209" y="4452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4" name="Abgerundetes Rechteck 89">
            <a:extLst>
              <a:ext uri="{FF2B5EF4-FFF2-40B4-BE49-F238E27FC236}">
                <a16:creationId xmlns:a16="http://schemas.microsoft.com/office/drawing/2014/main" id="{F5D59B44-CB14-67F0-20C5-ACCAF184B883}"/>
              </a:ext>
            </a:extLst>
          </p:cNvPr>
          <p:cNvSpPr/>
          <p:nvPr/>
        </p:nvSpPr>
        <p:spPr>
          <a:xfrm>
            <a:off x="5261979" y="44523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5" name="Abgerundetes Rechteck 89">
            <a:extLst>
              <a:ext uri="{FF2B5EF4-FFF2-40B4-BE49-F238E27FC236}">
                <a16:creationId xmlns:a16="http://schemas.microsoft.com/office/drawing/2014/main" id="{8F5F84FA-D2F7-C600-8619-56AF7ACD6C71}"/>
              </a:ext>
            </a:extLst>
          </p:cNvPr>
          <p:cNvSpPr/>
          <p:nvPr/>
        </p:nvSpPr>
        <p:spPr>
          <a:xfrm>
            <a:off x="5261979" y="52209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59CC3A51-9675-E814-FB2A-C82701D4519C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485508" y="4675101"/>
            <a:ext cx="77647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EB90D8E-03EF-CF39-8569-44C6FEF86572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485508" y="4675101"/>
            <a:ext cx="776471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bgerundetes Rechteck 1">
            <a:extLst>
              <a:ext uri="{FF2B5EF4-FFF2-40B4-BE49-F238E27FC236}">
                <a16:creationId xmlns:a16="http://schemas.microsoft.com/office/drawing/2014/main" id="{10DBFF78-674F-9679-222C-88FBF2D51258}"/>
              </a:ext>
            </a:extLst>
          </p:cNvPr>
          <p:cNvSpPr/>
          <p:nvPr/>
        </p:nvSpPr>
        <p:spPr>
          <a:xfrm>
            <a:off x="10110884" y="4452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9" name="Abgerundetes Rechteck 89">
            <a:extLst>
              <a:ext uri="{FF2B5EF4-FFF2-40B4-BE49-F238E27FC236}">
                <a16:creationId xmlns:a16="http://schemas.microsoft.com/office/drawing/2014/main" id="{A80590A6-8ADD-F0C4-D73B-CE545C61CE04}"/>
              </a:ext>
            </a:extLst>
          </p:cNvPr>
          <p:cNvSpPr/>
          <p:nvPr/>
        </p:nvSpPr>
        <p:spPr>
          <a:xfrm>
            <a:off x="8157579" y="44523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10" name="Abgerundetes Rechteck 89">
            <a:extLst>
              <a:ext uri="{FF2B5EF4-FFF2-40B4-BE49-F238E27FC236}">
                <a16:creationId xmlns:a16="http://schemas.microsoft.com/office/drawing/2014/main" id="{12A1E1B1-7854-A227-CF08-1CEA651B6E23}"/>
              </a:ext>
            </a:extLst>
          </p:cNvPr>
          <p:cNvSpPr/>
          <p:nvPr/>
        </p:nvSpPr>
        <p:spPr>
          <a:xfrm>
            <a:off x="8157579" y="52209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E58A9D4C-86C6-52F7-D75B-9F450E6787F1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flipH="1">
            <a:off x="9319032" y="4675101"/>
            <a:ext cx="79185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3089569-9240-B13D-C5B1-61DA92B0171A}"/>
              </a:ext>
            </a:extLst>
          </p:cNvPr>
          <p:cNvCxnSpPr>
            <a:cxnSpLocks/>
            <a:stCxn id="8" idx="1"/>
            <a:endCxn id="10" idx="3"/>
          </p:cNvCxnSpPr>
          <p:nvPr/>
        </p:nvCxnSpPr>
        <p:spPr>
          <a:xfrm flipH="1">
            <a:off x="9319032" y="4675101"/>
            <a:ext cx="791852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3A2826E-51F7-94E4-218B-E387069259FF}"/>
              </a:ext>
            </a:extLst>
          </p:cNvPr>
          <p:cNvCxnSpPr>
            <a:stCxn id="4" idx="3"/>
            <a:endCxn id="9" idx="1"/>
          </p:cNvCxnSpPr>
          <p:nvPr/>
        </p:nvCxnSpPr>
        <p:spPr>
          <a:xfrm>
            <a:off x="6423432" y="4675101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EB23EC17-9D76-4863-FAAF-400083AC7C16}"/>
              </a:ext>
            </a:extLst>
          </p:cNvPr>
          <p:cNvSpPr/>
          <p:nvPr/>
        </p:nvSpPr>
        <p:spPr>
          <a:xfrm>
            <a:off x="2638581" y="6743305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</a:t>
            </a:r>
          </a:p>
        </p:txBody>
      </p:sp>
      <p:sp>
        <p:nvSpPr>
          <p:cNvPr id="19" name="Abgerundetes Rechteck 89">
            <a:extLst>
              <a:ext uri="{FF2B5EF4-FFF2-40B4-BE49-F238E27FC236}">
                <a16:creationId xmlns:a16="http://schemas.microsoft.com/office/drawing/2014/main" id="{E319F251-EE97-9A9F-3825-840A34468CCE}"/>
              </a:ext>
            </a:extLst>
          </p:cNvPr>
          <p:cNvSpPr/>
          <p:nvPr/>
        </p:nvSpPr>
        <p:spPr>
          <a:xfrm>
            <a:off x="11403071" y="60906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#3</a:t>
            </a:r>
          </a:p>
        </p:txBody>
      </p:sp>
      <p:sp>
        <p:nvSpPr>
          <p:cNvPr id="20" name="Abgerundetes Rechteck 89">
            <a:extLst>
              <a:ext uri="{FF2B5EF4-FFF2-40B4-BE49-F238E27FC236}">
                <a16:creationId xmlns:a16="http://schemas.microsoft.com/office/drawing/2014/main" id="{43597F37-F129-7CE9-5051-1461529E3BCB}"/>
              </a:ext>
            </a:extLst>
          </p:cNvPr>
          <p:cNvSpPr/>
          <p:nvPr/>
        </p:nvSpPr>
        <p:spPr>
          <a:xfrm>
            <a:off x="11403070" y="68592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#4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16CD36AC-0708-C511-D60E-4B2394EF59F6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>
            <a:off x="10648183" y="4675101"/>
            <a:ext cx="754887" cy="24069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102564F-4134-7B6A-85EE-7F68C97BBEC4}"/>
              </a:ext>
            </a:extLst>
          </p:cNvPr>
          <p:cNvCxnSpPr>
            <a:cxnSpLocks/>
            <a:stCxn id="8" idx="3"/>
            <a:endCxn id="19" idx="1"/>
          </p:cNvCxnSpPr>
          <p:nvPr/>
        </p:nvCxnSpPr>
        <p:spPr>
          <a:xfrm>
            <a:off x="10648183" y="4675101"/>
            <a:ext cx="754888" cy="16383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878027C9-7DEF-A0D4-3C78-E16E6DA6A021}"/>
              </a:ext>
            </a:extLst>
          </p:cNvPr>
          <p:cNvSpPr/>
          <p:nvPr/>
        </p:nvSpPr>
        <p:spPr>
          <a:xfrm>
            <a:off x="13220700" y="6591300"/>
            <a:ext cx="693420" cy="267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343E39D7-8EAF-109B-5433-837A658812F4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6423432" y="4675101"/>
            <a:ext cx="1734147" cy="76862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89C83D6A-5F17-5896-6819-63820A809944}"/>
              </a:ext>
            </a:extLst>
          </p:cNvPr>
          <p:cNvCxnSpPr>
            <a:cxnSpLocks/>
            <a:stCxn id="4" idx="3"/>
            <a:endCxn id="19" idx="3"/>
          </p:cNvCxnSpPr>
          <p:nvPr/>
        </p:nvCxnSpPr>
        <p:spPr>
          <a:xfrm>
            <a:off x="6423432" y="4675101"/>
            <a:ext cx="6141092" cy="163830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2ACD0A-3ED8-2289-8598-F198BE02EC6C}"/>
              </a:ext>
            </a:extLst>
          </p:cNvPr>
          <p:cNvCxnSpPr>
            <a:cxnSpLocks/>
            <a:stCxn id="4" idx="3"/>
            <a:endCxn id="20" idx="3"/>
          </p:cNvCxnSpPr>
          <p:nvPr/>
        </p:nvCxnSpPr>
        <p:spPr>
          <a:xfrm>
            <a:off x="6423432" y="4675101"/>
            <a:ext cx="6141091" cy="240692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6BA6001F-9DBE-AB9A-A433-635195831C64}"/>
              </a:ext>
            </a:extLst>
          </p:cNvPr>
          <p:cNvSpPr txBox="1"/>
          <p:nvPr/>
        </p:nvSpPr>
        <p:spPr>
          <a:xfrm>
            <a:off x="8522541" y="4098651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38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DD0BFAC1-E896-C7F5-BD64-3AA661457506}"/>
              </a:ext>
            </a:extLst>
          </p:cNvPr>
          <p:cNvSpPr txBox="1"/>
          <p:nvPr/>
        </p:nvSpPr>
        <p:spPr>
          <a:xfrm>
            <a:off x="5626941" y="4129261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38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A7BB45FC-95BD-0D31-838A-A4ACF981606C}"/>
              </a:ext>
            </a:extLst>
          </p:cNvPr>
          <p:cNvSpPr txBox="1"/>
          <p:nvPr/>
        </p:nvSpPr>
        <p:spPr>
          <a:xfrm>
            <a:off x="11780917" y="5721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15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D56A1BDC-E444-75BD-0D0C-967F1E9D4B0F}"/>
              </a:ext>
            </a:extLst>
          </p:cNvPr>
          <p:cNvSpPr txBox="1"/>
          <p:nvPr/>
        </p:nvSpPr>
        <p:spPr>
          <a:xfrm>
            <a:off x="11780917" y="655863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15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686B2775-8C3C-EFBC-2515-6BFE9AE70BB2}"/>
              </a:ext>
            </a:extLst>
          </p:cNvPr>
          <p:cNvCxnSpPr>
            <a:cxnSpLocks/>
          </p:cNvCxnSpPr>
          <p:nvPr/>
        </p:nvCxnSpPr>
        <p:spPr>
          <a:xfrm flipV="1">
            <a:off x="9963644" y="5752716"/>
            <a:ext cx="300496" cy="1175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40069D9A-0E12-C740-139A-BB957AEA6F18}"/>
              </a:ext>
            </a:extLst>
          </p:cNvPr>
          <p:cNvSpPr/>
          <p:nvPr/>
        </p:nvSpPr>
        <p:spPr>
          <a:xfrm>
            <a:off x="6100910" y="6592157"/>
            <a:ext cx="1300608" cy="31086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90%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85%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89C5F958-79E0-729F-B3A5-FC795D0ED8C6}"/>
              </a:ext>
            </a:extLst>
          </p:cNvPr>
          <p:cNvCxnSpPr>
            <a:cxnSpLocks/>
          </p:cNvCxnSpPr>
          <p:nvPr/>
        </p:nvCxnSpPr>
        <p:spPr>
          <a:xfrm flipV="1">
            <a:off x="6531064" y="4700953"/>
            <a:ext cx="660180" cy="18790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7F75F8E-EDD4-4824-1EB4-D414F77DAE06}"/>
              </a:ext>
            </a:extLst>
          </p:cNvPr>
          <p:cNvCxnSpPr/>
          <p:nvPr/>
        </p:nvCxnSpPr>
        <p:spPr>
          <a:xfrm>
            <a:off x="6423432" y="5441389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58C3A5D-42B1-B135-6B40-050577A86937}"/>
              </a:ext>
            </a:extLst>
          </p:cNvPr>
          <p:cNvSpPr/>
          <p:nvPr/>
        </p:nvSpPr>
        <p:spPr>
          <a:xfrm>
            <a:off x="7241033" y="6822329"/>
            <a:ext cx="1300608" cy="41671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85%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90%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E18155CB-B7E3-3EE0-A7A7-DD39601256DE}"/>
              </a:ext>
            </a:extLst>
          </p:cNvPr>
          <p:cNvCxnSpPr>
            <a:cxnSpLocks/>
          </p:cNvCxnSpPr>
          <p:nvPr/>
        </p:nvCxnSpPr>
        <p:spPr>
          <a:xfrm flipV="1">
            <a:off x="7692517" y="5462935"/>
            <a:ext cx="183266" cy="1212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hteck 60">
            <a:extLst>
              <a:ext uri="{FF2B5EF4-FFF2-40B4-BE49-F238E27FC236}">
                <a16:creationId xmlns:a16="http://schemas.microsoft.com/office/drawing/2014/main" id="{A163372A-BB2B-3713-CE60-B7D4C29BDCA9}"/>
              </a:ext>
            </a:extLst>
          </p:cNvPr>
          <p:cNvSpPr/>
          <p:nvPr/>
        </p:nvSpPr>
        <p:spPr>
          <a:xfrm>
            <a:off x="3884266" y="4169274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mountNameA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11D85F74-10C7-3845-1CA5-22C58EACE11A}"/>
              </a:ext>
            </a:extLst>
          </p:cNvPr>
          <p:cNvSpPr/>
          <p:nvPr/>
        </p:nvSpPr>
        <p:spPr>
          <a:xfrm>
            <a:off x="9417153" y="7038022"/>
            <a:ext cx="846987" cy="35299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0%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0%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06672D64-F74A-AFA0-ED7D-AFD543B1FA60}"/>
              </a:ext>
            </a:extLst>
          </p:cNvPr>
          <p:cNvSpPr/>
          <p:nvPr/>
        </p:nvSpPr>
        <p:spPr>
          <a:xfrm>
            <a:off x="7003660" y="3690066"/>
            <a:ext cx="799220" cy="395947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2A5B61-DCA9-4729-7AFD-7407AF97F628}"/>
              </a:ext>
            </a:extLst>
          </p:cNvPr>
          <p:cNvSpPr/>
          <p:nvPr/>
        </p:nvSpPr>
        <p:spPr>
          <a:xfrm>
            <a:off x="10110884" y="4241031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mountNameB</a:t>
            </a:r>
          </a:p>
        </p:txBody>
      </p:sp>
    </p:spTree>
    <p:extLst>
      <p:ext uri="{BB962C8B-B14F-4D97-AF65-F5344CB8AC3E}">
        <p14:creationId xmlns:p14="http://schemas.microsoft.com/office/powerpoint/2010/main" val="1839067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641</Words>
  <Application>Microsoft Office PowerPoint</Application>
  <PresentationFormat>Benutzerdefiniert</PresentationFormat>
  <Paragraphs>159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94</cp:revision>
  <dcterms:created xsi:type="dcterms:W3CDTF">2025-01-24T13:53:29Z</dcterms:created>
  <dcterms:modified xsi:type="dcterms:W3CDTF">2025-04-30T17:32:29Z</dcterms:modified>
</cp:coreProperties>
</file>